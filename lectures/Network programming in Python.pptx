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4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4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am, Vung" initials="PV" lastIdx="2" clrIdx="0">
    <p:extLst>
      <p:ext uri="{19B8F6BF-5375-455C-9EA6-DF929625EA0E}">
        <p15:presenceInfo xmlns:p15="http://schemas.microsoft.com/office/powerpoint/2012/main" userId="S::vung.pham@ttu.edu::b8c352c3-a8a4-49f0-8258-1fcc65ef26c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37"/>
  </p:normalViewPr>
  <p:slideViewPr>
    <p:cSldViewPr snapToGrid="0" snapToObjects="1" showGuides="1">
      <p:cViewPr varScale="1">
        <p:scale>
          <a:sx n="81" d="100"/>
          <a:sy n="81" d="100"/>
        </p:scale>
        <p:origin x="1120" y="184"/>
      </p:cViewPr>
      <p:guideLst>
        <p:guide orient="horz" pos="27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2-03T13:37:08.671" idx="2">
    <p:pos x="10" y="10"/>
    <p:text/>
    <p:extLst>
      <p:ext uri="{C676402C-5697-4E1C-873F-D02D1690AC5C}">
        <p15:threadingInfo xmlns:p15="http://schemas.microsoft.com/office/powerpoint/2012/main" timeZoneBias="36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54FD-2F5A-6444-8FB9-C27183296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93646-79D4-A744-AF03-6AAC7F6A8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30C46-4D37-474C-980A-3D9ACE97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6D480-7505-1143-B9AB-B673AB10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B8EDF-23DC-AE43-BFCB-E44242D5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1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DC0E-6DE5-1445-9F29-43262418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B0EFF-1BFC-CA48-B83A-BCA3EFC60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17E81-D848-3643-83F9-8CFF0358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FC0D-5881-2345-A78E-0714B16F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3AAF5-03F9-F740-ACF1-97D19757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44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610B-B80E-E740-B124-4150080FB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2D42D-C05C-BC41-BA1C-8518D09E7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187AD-21FA-0648-BF6D-6FE55E4D1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6212B-FF21-B847-85AD-4BC944AD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DCC06-8C1F-8B49-8C42-15B8C37A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7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451F-C11D-0944-9835-75610D07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2BE94-77C5-354D-BCF9-145CE0ABC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E779F-D224-1643-A4CD-FDD11C18B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BAB86-5DDD-AC49-BF37-D032F994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23A36-412B-A74C-80B9-58A7E36B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313DF-85AE-A242-937D-BB166810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F879-DB6A-3B47-A0EA-9D2C6931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B413A-419D-344B-9456-2479A7509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85F8C-429F-654C-8D12-2DDEC94A7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0437E-456B-ED4A-9420-EB90B84FA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3C9DC-1D11-574B-9B30-9455F479D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43016-F3BD-1A40-A24F-7F3973A7F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6F7E0-710B-8A47-92D2-36D40D7C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82881B-35BD-FF45-BF05-8E0AAC56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5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0409-351E-C746-AA75-55E23BF7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4E752-DD99-1B48-8D19-7234949D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C0301A-8414-774C-8FF5-7FEFCAC4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6DA01-80CD-CF4F-8A1C-8286AEB0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9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00A86-679B-D648-8A57-CD23DF7C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00A1D-CEB4-6E42-9564-3C70608E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E652B-62EC-C74D-A4B9-EA206DFA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6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368A-8E06-F74E-95FF-46F19ED8B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1CDC-F53A-F64F-A615-933C2A39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0BD83-5595-BA45-99DA-AE8F1034B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757BA-6F41-1B4E-B54F-CFC26B78D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BF877-1E4D-3249-823B-24F55455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EFB60-509C-ED47-8468-5B1CA8ED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6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1509-60C8-9C44-B235-99E79FBB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F8D6A-CFBD-9E4F-B19C-007290FAA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79438-81C6-A74B-BDF6-271CB3449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0E98F-C51B-4743-A895-06BDFA79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DB7D3-72F5-C143-B3C9-A14370638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86A99-CC6A-9742-9E87-EB51C6095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3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478A-A668-8E4F-8E6F-622102621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35A06-7BCF-564B-9899-CEBB5222C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2685F-6AB3-9847-8082-18D4E9F1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A3840-D59F-1A47-9EFA-ADF185A8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22639-5C0B-9242-B78E-DA5F1D5CC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21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ECBB7F-8458-2846-8094-08A9A3190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868FA-C6E9-F743-812F-602A07818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AA031-4E4A-2C40-A2E9-CC122E9B9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AC9A9-3C54-414F-9FAC-C7F2B0616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AD318-3B3A-2C41-B329-0374EA59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8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67764-6A01-C94D-92B1-5396CEC66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D9BA7-786B-5B42-AA6B-D5461A6CA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BE859-A728-2A4A-9A2E-54A9DF940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1C317-518A-514C-9EDD-7D781F35577A}" type="datetimeFigureOut">
              <a:rPr lang="en-US" smtClean="0"/>
              <a:t>2/4/20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37017-5484-624D-8DF5-F6FAA4599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99154-BC99-FF40-81A1-620E51BA3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21294-AF99-CA4E-9495-CED47E522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5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hyperlink" Target="https://docs.python.org/3/library/socket.html" TargetMode="Externa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hyperlink" Target="https://docs.python.org/3/library/socket.html" TargetMode="Externa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hyperlink" Target="https://docs.python.org/3/library/xmlrpc.html" TargetMode="Externa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hyperlink" Target="https://docs.python.org/3/library/xmlrpc.html" TargetMode="Externa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hyperlink" Target="https://pythonhosted.org/Pyro4/" TargetMode="External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hyperlink" Target="https://pythonhosted.org/Pyro4/" TargetMode="External"/><Relationship Id="rId4" Type="http://schemas.openxmlformats.org/officeDocument/2006/relationships/image" Target="../media/image1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hyperlink" Target="https://pythonhosted.org/Pyro4/" TargetMode="External"/><Relationship Id="rId4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hyperlink" Target="https://pythonhosted.org/Pyro4/" TargetMode="External"/><Relationship Id="rId4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xmlrpc.html" TargetMode="External"/><Relationship Id="rId2" Type="http://schemas.openxmlformats.org/officeDocument/2006/relationships/hyperlink" Target="https://docs.python.org/3/library/socke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ythonhosted.org/Pyro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35D2-4CA8-ED46-8915-6DFC6D612A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programming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D790A-4E8A-0C4C-A5A4-EB11068F2F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5793-57B1-8C40-B237-81A8BD31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using TCP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364F3-620A-FB42-84E5-B18AB8D46777}"/>
              </a:ext>
            </a:extLst>
          </p:cNvPr>
          <p:cNvSpPr/>
          <p:nvPr/>
        </p:nvSpPr>
        <p:spPr>
          <a:xfrm>
            <a:off x="3492675" y="1411860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3A8D5-1EB1-1540-8A08-DB5DDC0A786B}"/>
              </a:ext>
            </a:extLst>
          </p:cNvPr>
          <p:cNvSpPr/>
          <p:nvPr/>
        </p:nvSpPr>
        <p:spPr>
          <a:xfrm>
            <a:off x="3492675" y="2075889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39F4E-3468-7041-AAAB-D3AD0BAB7583}"/>
              </a:ext>
            </a:extLst>
          </p:cNvPr>
          <p:cNvSpPr/>
          <p:nvPr/>
        </p:nvSpPr>
        <p:spPr>
          <a:xfrm>
            <a:off x="3492675" y="2739918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listen()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7E9C2F-91A6-CB47-97C7-C2D084534E81}"/>
              </a:ext>
            </a:extLst>
          </p:cNvPr>
          <p:cNvSpPr/>
          <p:nvPr/>
        </p:nvSpPr>
        <p:spPr>
          <a:xfrm>
            <a:off x="3492674" y="3403947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accept()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0E47E-4058-6549-870C-6924519F6C3A}"/>
              </a:ext>
            </a:extLst>
          </p:cNvPr>
          <p:cNvSpPr/>
          <p:nvPr/>
        </p:nvSpPr>
        <p:spPr>
          <a:xfrm>
            <a:off x="3491783" y="4512799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recv</a:t>
            </a:r>
            <a:r>
              <a:rPr lang="en-US" dirty="0"/>
              <a:t>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B2A66-36CE-AC47-9E64-3C9B3F115D07}"/>
              </a:ext>
            </a:extLst>
          </p:cNvPr>
          <p:cNvSpPr/>
          <p:nvPr/>
        </p:nvSpPr>
        <p:spPr>
          <a:xfrm>
            <a:off x="3491783" y="5176828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9FA423-FF35-3544-ABEB-9FA01CEA6B1B}"/>
              </a:ext>
            </a:extLst>
          </p:cNvPr>
          <p:cNvSpPr/>
          <p:nvPr/>
        </p:nvSpPr>
        <p:spPr>
          <a:xfrm>
            <a:off x="7434192" y="2742727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9094B1-AE44-0A49-AC4A-3FD94E8583D0}"/>
              </a:ext>
            </a:extLst>
          </p:cNvPr>
          <p:cNvSpPr/>
          <p:nvPr/>
        </p:nvSpPr>
        <p:spPr>
          <a:xfrm>
            <a:off x="7434191" y="3842744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connect()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92AFE8-05FE-2043-A3B8-E5A8802F92DF}"/>
              </a:ext>
            </a:extLst>
          </p:cNvPr>
          <p:cNvSpPr/>
          <p:nvPr/>
        </p:nvSpPr>
        <p:spPr>
          <a:xfrm>
            <a:off x="7434191" y="4506773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5AE80D-F1F9-FF41-89A9-B947739E4A85}"/>
              </a:ext>
            </a:extLst>
          </p:cNvPr>
          <p:cNvSpPr/>
          <p:nvPr/>
        </p:nvSpPr>
        <p:spPr>
          <a:xfrm>
            <a:off x="7434192" y="5170802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recv</a:t>
            </a:r>
            <a:r>
              <a:rPr lang="en-US" dirty="0"/>
              <a:t>()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FAA384-E9EA-7D40-AA0D-122CBFE42E2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125240" y="1850271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F9AA5A-A0BC-DE4D-AC6A-3F4FE3705260}"/>
              </a:ext>
            </a:extLst>
          </p:cNvPr>
          <p:cNvCxnSpPr/>
          <p:nvPr/>
        </p:nvCxnSpPr>
        <p:spPr>
          <a:xfrm>
            <a:off x="4124794" y="2514300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B2A8FA-1444-544F-A9E2-EA6F553894F6}"/>
              </a:ext>
            </a:extLst>
          </p:cNvPr>
          <p:cNvCxnSpPr/>
          <p:nvPr/>
        </p:nvCxnSpPr>
        <p:spPr>
          <a:xfrm>
            <a:off x="4124348" y="3178329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9BD21F-DC60-B84B-AD9E-617A14801A9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124348" y="3842358"/>
            <a:ext cx="891" cy="670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2C7EDB-D307-3647-83E7-A879612D5992}"/>
              </a:ext>
            </a:extLst>
          </p:cNvPr>
          <p:cNvCxnSpPr/>
          <p:nvPr/>
        </p:nvCxnSpPr>
        <p:spPr>
          <a:xfrm>
            <a:off x="4123458" y="4951210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6A2EC2A-758C-694B-936C-B405B5D86C88}"/>
              </a:ext>
            </a:extLst>
          </p:cNvPr>
          <p:cNvCxnSpPr>
            <a:cxnSpLocks/>
          </p:cNvCxnSpPr>
          <p:nvPr/>
        </p:nvCxnSpPr>
        <p:spPr>
          <a:xfrm flipH="1">
            <a:off x="8065864" y="3190678"/>
            <a:ext cx="891" cy="670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7E9D07-7B9B-194B-8063-C86C159D4293}"/>
              </a:ext>
            </a:extLst>
          </p:cNvPr>
          <p:cNvCxnSpPr/>
          <p:nvPr/>
        </p:nvCxnSpPr>
        <p:spPr>
          <a:xfrm>
            <a:off x="8052751" y="4281155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79858E-40B6-B24B-AB6A-CC4495087FB7}"/>
              </a:ext>
            </a:extLst>
          </p:cNvPr>
          <p:cNvCxnSpPr/>
          <p:nvPr/>
        </p:nvCxnSpPr>
        <p:spPr>
          <a:xfrm>
            <a:off x="8065864" y="4963093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A34D12-74AD-D34F-B840-9B5E6D294BB9}"/>
              </a:ext>
            </a:extLst>
          </p:cNvPr>
          <p:cNvCxnSpPr>
            <a:cxnSpLocks/>
            <a:stCxn id="12" idx="1"/>
            <a:endCxn id="8" idx="3"/>
          </p:cNvCxnSpPr>
          <p:nvPr/>
        </p:nvCxnSpPr>
        <p:spPr>
          <a:xfrm flipH="1">
            <a:off x="4756912" y="4725979"/>
            <a:ext cx="2677279" cy="6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22A9AF-F596-A342-980E-EEE2AE28AE08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4756912" y="5390008"/>
            <a:ext cx="2677280" cy="6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1501AE3-E0E0-3C4D-AAFE-F339DCAB0B05}"/>
              </a:ext>
            </a:extLst>
          </p:cNvPr>
          <p:cNvSpPr txBox="1"/>
          <p:nvPr/>
        </p:nvSpPr>
        <p:spPr>
          <a:xfrm>
            <a:off x="1124120" y="6379150"/>
            <a:ext cx="930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Should close the sockets after finish using (or use the with… statement from Python for this)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9E4E666-36F7-D443-85D0-CE9AE1F49591}"/>
              </a:ext>
            </a:extLst>
          </p:cNvPr>
          <p:cNvCxnSpPr/>
          <p:nvPr/>
        </p:nvCxnSpPr>
        <p:spPr>
          <a:xfrm>
            <a:off x="4122120" y="5609213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B33323-7AB0-F747-BF8B-ABEB47D33D23}"/>
              </a:ext>
            </a:extLst>
          </p:cNvPr>
          <p:cNvCxnSpPr/>
          <p:nvPr/>
        </p:nvCxnSpPr>
        <p:spPr>
          <a:xfrm>
            <a:off x="8065864" y="5609213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2B2774-5D84-344F-9E21-B8EA5AD09E74}"/>
              </a:ext>
            </a:extLst>
          </p:cNvPr>
          <p:cNvCxnSpPr>
            <a:cxnSpLocks/>
          </p:cNvCxnSpPr>
          <p:nvPr/>
        </p:nvCxnSpPr>
        <p:spPr>
          <a:xfrm flipH="1">
            <a:off x="4122120" y="4061949"/>
            <a:ext cx="3305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33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42E9-65CE-134B-9B56-D6B10BB7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Server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AACD1B-A98F-3742-BB7E-0D797662A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661704"/>
              </p:ext>
            </p:extLst>
          </p:nvPr>
        </p:nvGraphicFramePr>
        <p:xfrm>
          <a:off x="1012372" y="1690688"/>
          <a:ext cx="9144000" cy="298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" name="Document" r:id="rId3" imgW="9144000" imgH="2984500" progId="Word.Document.12">
                  <p:embed/>
                </p:oleObj>
              </mc:Choice>
              <mc:Fallback>
                <p:oleObj name="Document" r:id="rId3" imgW="9144000" imgH="2984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2372" y="1690688"/>
                        <a:ext cx="9144000" cy="298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4ADF594-C780-7248-BD46-F20DAACD0EE0}"/>
              </a:ext>
            </a:extLst>
          </p:cNvPr>
          <p:cNvSpPr/>
          <p:nvPr/>
        </p:nvSpPr>
        <p:spPr>
          <a:xfrm>
            <a:off x="1012372" y="4490522"/>
            <a:ext cx="45085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https://docs.python.org/3/library/socket.html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01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0F76-09B2-494D-A4DF-CD2D9714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Client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2C7FD8-6B90-9941-B03D-15B23C852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670325"/>
              </p:ext>
            </p:extLst>
          </p:nvPr>
        </p:nvGraphicFramePr>
        <p:xfrm>
          <a:off x="1012825" y="2090738"/>
          <a:ext cx="91440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name="Document" r:id="rId3" imgW="9144000" imgH="2184400" progId="Word.Document.12">
                  <p:embed/>
                </p:oleObj>
              </mc:Choice>
              <mc:Fallback>
                <p:oleObj name="Document" r:id="rId3" imgW="9144000" imgH="21844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AACD1B-A98F-3742-BB7E-0D797662A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2825" y="2090738"/>
                        <a:ext cx="9144000" cy="218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79ADEB5-C65B-B849-860F-C77A3C8A6415}"/>
              </a:ext>
            </a:extLst>
          </p:cNvPr>
          <p:cNvSpPr/>
          <p:nvPr/>
        </p:nvSpPr>
        <p:spPr>
          <a:xfrm>
            <a:off x="1012825" y="4275138"/>
            <a:ext cx="45085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https://docs.python.org/3/library/socket.html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207F-4747-DF42-AD2F-0CC805B9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98CE3-14BA-5548-9F6B-A9E907414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" y="1601107"/>
            <a:ext cx="11264900" cy="1739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20FF0C-62DC-CE42-9504-5F233DC1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" y="4062639"/>
            <a:ext cx="81280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0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407B-705F-654B-BAE4-A971FE77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using UDP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3FD9C9-FE53-DC46-BAD0-C8AE5A7AA02A}"/>
              </a:ext>
            </a:extLst>
          </p:cNvPr>
          <p:cNvSpPr/>
          <p:nvPr/>
        </p:nvSpPr>
        <p:spPr>
          <a:xfrm>
            <a:off x="3437354" y="1690688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socket()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B5627ED-CF6D-1B47-B824-D10940E4B69E}"/>
              </a:ext>
            </a:extLst>
          </p:cNvPr>
          <p:cNvSpPr/>
          <p:nvPr/>
        </p:nvSpPr>
        <p:spPr>
          <a:xfrm>
            <a:off x="3437354" y="2354717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bind()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51598FA-8ACB-C246-943C-DBE698AEDCEA}"/>
              </a:ext>
            </a:extLst>
          </p:cNvPr>
          <p:cNvSpPr/>
          <p:nvPr/>
        </p:nvSpPr>
        <p:spPr>
          <a:xfrm>
            <a:off x="3438245" y="3018746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recvfrom</a:t>
            </a:r>
            <a:r>
              <a:rPr lang="en-US" dirty="0"/>
              <a:t>()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B8390D-49DD-CF48-8C90-FDC24EE8DC73}"/>
              </a:ext>
            </a:extLst>
          </p:cNvPr>
          <p:cNvSpPr/>
          <p:nvPr/>
        </p:nvSpPr>
        <p:spPr>
          <a:xfrm>
            <a:off x="7379763" y="2357526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socket()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77C73D-9ABE-934A-9363-BC6E6B2036E7}"/>
              </a:ext>
            </a:extLst>
          </p:cNvPr>
          <p:cNvSpPr/>
          <p:nvPr/>
        </p:nvSpPr>
        <p:spPr>
          <a:xfrm>
            <a:off x="7379762" y="3457543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sendto</a:t>
            </a:r>
            <a:r>
              <a:rPr lang="en-US" dirty="0"/>
              <a:t>()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7D5C838-AD44-8646-8F3F-74EA3EDC811C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4069919" y="2129099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CEFEFD8-068B-5E45-BAFC-AEE526012EFB}"/>
              </a:ext>
            </a:extLst>
          </p:cNvPr>
          <p:cNvCxnSpPr/>
          <p:nvPr/>
        </p:nvCxnSpPr>
        <p:spPr>
          <a:xfrm>
            <a:off x="4069473" y="2793128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68D64B8-2598-7F45-9D65-4B369D70F36F}"/>
              </a:ext>
            </a:extLst>
          </p:cNvPr>
          <p:cNvCxnSpPr>
            <a:cxnSpLocks/>
            <a:stCxn id="39" idx="2"/>
            <a:endCxn id="60" idx="0"/>
          </p:cNvCxnSpPr>
          <p:nvPr/>
        </p:nvCxnSpPr>
        <p:spPr>
          <a:xfrm flipH="1">
            <a:off x="4069029" y="3457157"/>
            <a:ext cx="1781" cy="1119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24CFEDF-B158-8044-8F08-F047C934E71C}"/>
              </a:ext>
            </a:extLst>
          </p:cNvPr>
          <p:cNvCxnSpPr>
            <a:cxnSpLocks/>
          </p:cNvCxnSpPr>
          <p:nvPr/>
        </p:nvCxnSpPr>
        <p:spPr>
          <a:xfrm flipH="1">
            <a:off x="8011435" y="2805477"/>
            <a:ext cx="891" cy="670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D4B59D8-79D7-9F49-B547-1FC8AB1F9401}"/>
              </a:ext>
            </a:extLst>
          </p:cNvPr>
          <p:cNvSpPr txBox="1"/>
          <p:nvPr/>
        </p:nvSpPr>
        <p:spPr>
          <a:xfrm>
            <a:off x="1124120" y="6379150"/>
            <a:ext cx="9309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Should close the sockets after finish using (or use the with… statement from Python for this)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E871D0D-3098-B54D-87E2-DF5AA12CC03A}"/>
              </a:ext>
            </a:extLst>
          </p:cNvPr>
          <p:cNvCxnSpPr/>
          <p:nvPr/>
        </p:nvCxnSpPr>
        <p:spPr>
          <a:xfrm>
            <a:off x="7998766" y="3901980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F2C1D01-3BB8-0243-BD33-A6972E5CCD1B}"/>
              </a:ext>
            </a:extLst>
          </p:cNvPr>
          <p:cNvSpPr/>
          <p:nvPr/>
        </p:nvSpPr>
        <p:spPr>
          <a:xfrm>
            <a:off x="7379911" y="4127598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recvfrom</a:t>
            </a:r>
            <a:r>
              <a:rPr lang="en-US" dirty="0"/>
              <a:t>()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BF897B0-798B-AA4A-A80B-E0FDA0AA5A2A}"/>
              </a:ext>
            </a:extLst>
          </p:cNvPr>
          <p:cNvSpPr/>
          <p:nvPr/>
        </p:nvSpPr>
        <p:spPr>
          <a:xfrm>
            <a:off x="3436464" y="4576758"/>
            <a:ext cx="1265129" cy="4384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sendto</a:t>
            </a:r>
            <a:r>
              <a:rPr lang="en-US" dirty="0"/>
              <a:t>()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CBC8EB0-FF4A-1A4E-B7DF-D6BEA656AB84}"/>
              </a:ext>
            </a:extLst>
          </p:cNvPr>
          <p:cNvCxnSpPr>
            <a:cxnSpLocks/>
          </p:cNvCxnSpPr>
          <p:nvPr/>
        </p:nvCxnSpPr>
        <p:spPr>
          <a:xfrm flipH="1">
            <a:off x="4069028" y="3676748"/>
            <a:ext cx="3310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02BBB4A-315B-254A-98D0-23041A06217B}"/>
              </a:ext>
            </a:extLst>
          </p:cNvPr>
          <p:cNvCxnSpPr>
            <a:cxnSpLocks/>
          </p:cNvCxnSpPr>
          <p:nvPr/>
        </p:nvCxnSpPr>
        <p:spPr>
          <a:xfrm flipH="1">
            <a:off x="7997875" y="4576758"/>
            <a:ext cx="891" cy="670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FB3B10A-EFE4-BA4D-821D-AC2976380311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4701593" y="4795964"/>
            <a:ext cx="3296282" cy="6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81AAA6-844E-8B4E-ADE9-C9E13FC0F241}"/>
              </a:ext>
            </a:extLst>
          </p:cNvPr>
          <p:cNvCxnSpPr/>
          <p:nvPr/>
        </p:nvCxnSpPr>
        <p:spPr>
          <a:xfrm>
            <a:off x="4077685" y="5021581"/>
            <a:ext cx="0" cy="225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11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42E9-65CE-134B-9B56-D6B10BB7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Receiver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AACD1B-A98F-3742-BB7E-0D797662A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709909"/>
              </p:ext>
            </p:extLst>
          </p:nvPr>
        </p:nvGraphicFramePr>
        <p:xfrm>
          <a:off x="1012825" y="2090738"/>
          <a:ext cx="91440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Document" r:id="rId3" imgW="9144000" imgH="2184400" progId="Word.Document.12">
                  <p:embed/>
                </p:oleObj>
              </mc:Choice>
              <mc:Fallback>
                <p:oleObj name="Document" r:id="rId3" imgW="9144000" imgH="21844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AACD1B-A98F-3742-BB7E-0D797662A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2825" y="2090738"/>
                        <a:ext cx="9144000" cy="218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820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0F76-09B2-494D-A4DF-CD2D9714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 Sender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2C7FD8-6B90-9941-B03D-15B23C852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831795"/>
              </p:ext>
            </p:extLst>
          </p:nvPr>
        </p:nvGraphicFramePr>
        <p:xfrm>
          <a:off x="1012825" y="2090738"/>
          <a:ext cx="9144000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" name="Document" r:id="rId3" imgW="9144000" imgH="2184400" progId="Word.Document.12">
                  <p:embed/>
                </p:oleObj>
              </mc:Choice>
              <mc:Fallback>
                <p:oleObj name="Document" r:id="rId3" imgW="9144000" imgH="21844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52C7FD8-6B90-9941-B03D-15B23C852F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2825" y="2090738"/>
                        <a:ext cx="9144000" cy="218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395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2CFB-A319-EE46-BAF7-24E53D8A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129D1-DB67-AD4E-A9A0-A622207F24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36"/>
          <a:stretch/>
        </p:blipFill>
        <p:spPr>
          <a:xfrm>
            <a:off x="63500" y="1690688"/>
            <a:ext cx="11493500" cy="132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0CB866-5895-824B-9809-69E0EA70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3332272"/>
            <a:ext cx="114935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6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5734-C596-B547-9EF9-4F58E7B6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Procedure Call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4FCA0E-9A30-2B44-9226-F555523D51F2}"/>
              </a:ext>
            </a:extLst>
          </p:cNvPr>
          <p:cNvSpPr/>
          <p:nvPr/>
        </p:nvSpPr>
        <p:spPr>
          <a:xfrm>
            <a:off x="7941543" y="1728780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functions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C3C654-34C9-184E-9FAB-7A9C1669CDF7}"/>
              </a:ext>
            </a:extLst>
          </p:cNvPr>
          <p:cNvSpPr/>
          <p:nvPr/>
        </p:nvSpPr>
        <p:spPr>
          <a:xfrm>
            <a:off x="7941543" y="2891427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stub</a:t>
            </a:r>
          </a:p>
          <a:p>
            <a:pPr algn="ctr"/>
            <a:r>
              <a:rPr lang="en-US" dirty="0"/>
              <a:t>(skeleton)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E25732-8F0E-9C43-B3E3-FC48A4794D37}"/>
              </a:ext>
            </a:extLst>
          </p:cNvPr>
          <p:cNvSpPr/>
          <p:nvPr/>
        </p:nvSpPr>
        <p:spPr>
          <a:xfrm>
            <a:off x="7941543" y="4054074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RPC Library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7E0BC6-B1B4-FE4A-A11B-D99A42B44C49}"/>
              </a:ext>
            </a:extLst>
          </p:cNvPr>
          <p:cNvSpPr/>
          <p:nvPr/>
        </p:nvSpPr>
        <p:spPr>
          <a:xfrm>
            <a:off x="1978022" y="4054074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RPC Library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8C17EF-F1C9-BD45-9071-CEBF8A700F96}"/>
              </a:ext>
            </a:extLst>
          </p:cNvPr>
          <p:cNvSpPr/>
          <p:nvPr/>
        </p:nvSpPr>
        <p:spPr>
          <a:xfrm>
            <a:off x="1978022" y="2891427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stub</a:t>
            </a:r>
          </a:p>
          <a:p>
            <a:pPr algn="ctr"/>
            <a:r>
              <a:rPr lang="en-US" dirty="0"/>
              <a:t>(proxy)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10D001-EA6C-4241-9DAF-3E26C1314CCE}"/>
              </a:ext>
            </a:extLst>
          </p:cNvPr>
          <p:cNvSpPr/>
          <p:nvPr/>
        </p:nvSpPr>
        <p:spPr>
          <a:xfrm>
            <a:off x="1978022" y="1719754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functions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1BCC83-898F-7247-9503-48FC07935F8D}"/>
              </a:ext>
            </a:extLst>
          </p:cNvPr>
          <p:cNvCxnSpPr/>
          <p:nvPr/>
        </p:nvCxnSpPr>
        <p:spPr>
          <a:xfrm>
            <a:off x="4250457" y="4334005"/>
            <a:ext cx="3691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A9EB7F-0FCE-274E-B4FB-34043FB06C7B}"/>
              </a:ext>
            </a:extLst>
          </p:cNvPr>
          <p:cNvCxnSpPr>
            <a:cxnSpLocks/>
          </p:cNvCxnSpPr>
          <p:nvPr/>
        </p:nvCxnSpPr>
        <p:spPr>
          <a:xfrm flipH="1">
            <a:off x="4250457" y="4479865"/>
            <a:ext cx="3691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50F4F3-99D0-784B-AE75-1F66F743220A}"/>
              </a:ext>
            </a:extLst>
          </p:cNvPr>
          <p:cNvCxnSpPr/>
          <p:nvPr/>
        </p:nvCxnSpPr>
        <p:spPr>
          <a:xfrm>
            <a:off x="4250457" y="2006252"/>
            <a:ext cx="369108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AC554D-AAFF-D44F-986A-F569352BBC00}"/>
              </a:ext>
            </a:extLst>
          </p:cNvPr>
          <p:cNvCxnSpPr>
            <a:cxnSpLocks/>
          </p:cNvCxnSpPr>
          <p:nvPr/>
        </p:nvCxnSpPr>
        <p:spPr>
          <a:xfrm flipH="1">
            <a:off x="4250457" y="2152112"/>
            <a:ext cx="369108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2A797A-4A20-3E45-A15A-34C2E09F85DA}"/>
              </a:ext>
            </a:extLst>
          </p:cNvPr>
          <p:cNvSpPr txBox="1"/>
          <p:nvPr/>
        </p:nvSpPr>
        <p:spPr>
          <a:xfrm>
            <a:off x="5291452" y="1578952"/>
            <a:ext cx="1609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procedure calls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489D13-BF78-614F-97F2-06D6A70A61F4}"/>
              </a:ext>
            </a:extLst>
          </p:cNvPr>
          <p:cNvSpPr txBox="1"/>
          <p:nvPr/>
        </p:nvSpPr>
        <p:spPr>
          <a:xfrm>
            <a:off x="5196231" y="3964861"/>
            <a:ext cx="1913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marshalling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14C668-4BAC-EA41-B7BB-9D2C792B7260}"/>
              </a:ext>
            </a:extLst>
          </p:cNvPr>
          <p:cNvCxnSpPr/>
          <p:nvPr/>
        </p:nvCxnSpPr>
        <p:spPr>
          <a:xfrm>
            <a:off x="8644090" y="2379945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F6E1E2A-2AAB-4A4A-8021-BC122321FD34}"/>
              </a:ext>
            </a:extLst>
          </p:cNvPr>
          <p:cNvCxnSpPr>
            <a:cxnSpLocks/>
          </p:cNvCxnSpPr>
          <p:nvPr/>
        </p:nvCxnSpPr>
        <p:spPr>
          <a:xfrm flipV="1">
            <a:off x="9385214" y="2370920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5FBBA1E-8516-E44D-A990-58DC7C357620}"/>
              </a:ext>
            </a:extLst>
          </p:cNvPr>
          <p:cNvCxnSpPr/>
          <p:nvPr/>
        </p:nvCxnSpPr>
        <p:spPr>
          <a:xfrm>
            <a:off x="8635740" y="3542592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840A81-1F5E-8340-977F-8810EBFFAD9A}"/>
              </a:ext>
            </a:extLst>
          </p:cNvPr>
          <p:cNvCxnSpPr>
            <a:cxnSpLocks/>
          </p:cNvCxnSpPr>
          <p:nvPr/>
        </p:nvCxnSpPr>
        <p:spPr>
          <a:xfrm flipV="1">
            <a:off x="9376864" y="3533567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8F54D9B-6AF1-334E-BB6B-F65024ED93E0}"/>
              </a:ext>
            </a:extLst>
          </p:cNvPr>
          <p:cNvCxnSpPr/>
          <p:nvPr/>
        </p:nvCxnSpPr>
        <p:spPr>
          <a:xfrm>
            <a:off x="2750421" y="2388970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4AB0D9D-D827-BC49-8B66-712D9D6D4C96}"/>
              </a:ext>
            </a:extLst>
          </p:cNvPr>
          <p:cNvCxnSpPr>
            <a:cxnSpLocks/>
          </p:cNvCxnSpPr>
          <p:nvPr/>
        </p:nvCxnSpPr>
        <p:spPr>
          <a:xfrm flipV="1">
            <a:off x="3491545" y="2379945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47B521F-A0DE-7F42-9162-82426D0B18DC}"/>
              </a:ext>
            </a:extLst>
          </p:cNvPr>
          <p:cNvCxnSpPr/>
          <p:nvPr/>
        </p:nvCxnSpPr>
        <p:spPr>
          <a:xfrm>
            <a:off x="2750421" y="3551617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DE054B-65F3-B64C-A404-0642E4E8B563}"/>
              </a:ext>
            </a:extLst>
          </p:cNvPr>
          <p:cNvCxnSpPr>
            <a:cxnSpLocks/>
          </p:cNvCxnSpPr>
          <p:nvPr/>
        </p:nvCxnSpPr>
        <p:spPr>
          <a:xfrm flipV="1">
            <a:off x="3491545" y="3542592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72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42E9-65CE-134B-9B56-D6B10BB7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Server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AACD1B-A98F-3742-BB7E-0D797662A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652849"/>
              </p:ext>
            </p:extLst>
          </p:nvPr>
        </p:nvGraphicFramePr>
        <p:xfrm>
          <a:off x="1062929" y="1690688"/>
          <a:ext cx="9144000" cy="477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3" name="Document" r:id="rId3" imgW="9144000" imgH="4775200" progId="Word.Document.12">
                  <p:embed/>
                </p:oleObj>
              </mc:Choice>
              <mc:Fallback>
                <p:oleObj name="Document" r:id="rId3" imgW="9144000" imgH="47752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AACD1B-A98F-3742-BB7E-0D797662A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929" y="1690688"/>
                        <a:ext cx="9144000" cy="477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2C59904-A581-314A-9213-D2A6CDFCD3B9}"/>
              </a:ext>
            </a:extLst>
          </p:cNvPr>
          <p:cNvSpPr/>
          <p:nvPr/>
        </p:nvSpPr>
        <p:spPr>
          <a:xfrm>
            <a:off x="1062929" y="6308209"/>
            <a:ext cx="4552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https://docs.python.org/3/library/xmlrpc.html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82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0F76-09B2-494D-A4DF-CD2D9714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Client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2C7FD8-6B90-9941-B03D-15B23C852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177721"/>
              </p:ext>
            </p:extLst>
          </p:nvPr>
        </p:nvGraphicFramePr>
        <p:xfrm>
          <a:off x="975247" y="1690688"/>
          <a:ext cx="91440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7" name="Document" r:id="rId3" imgW="9144000" imgH="1587500" progId="Word.Document.12">
                  <p:embed/>
                </p:oleObj>
              </mc:Choice>
              <mc:Fallback>
                <p:oleObj name="Document" r:id="rId3" imgW="9144000" imgH="15875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52C7FD8-6B90-9941-B03D-15B23C852F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5247" y="1690688"/>
                        <a:ext cx="9144000" cy="158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F62F9B6-FA96-D84F-A95D-55115647C448}"/>
              </a:ext>
            </a:extLst>
          </p:cNvPr>
          <p:cNvSpPr/>
          <p:nvPr/>
        </p:nvSpPr>
        <p:spPr>
          <a:xfrm>
            <a:off x="975247" y="3093522"/>
            <a:ext cx="4552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https://docs.python.org/3/library/xmlrpc.html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0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2CFB-A319-EE46-BAF7-24E53D8A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42809-A5B5-E348-B073-A90C42356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5002"/>
            <a:ext cx="12192000" cy="1976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B414D4-3E19-344F-85C8-AA6FAC216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4926"/>
            <a:ext cx="12192000" cy="221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1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FDE1C-C33B-CE41-B835-B81FF72D5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Object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333402-1507-EB42-B8D3-48FB3F5B5BB9}"/>
              </a:ext>
            </a:extLst>
          </p:cNvPr>
          <p:cNvSpPr/>
          <p:nvPr/>
        </p:nvSpPr>
        <p:spPr>
          <a:xfrm>
            <a:off x="7941543" y="1728780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objects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6D9FE8-C734-8A4B-B228-22AF0CDF3347}"/>
              </a:ext>
            </a:extLst>
          </p:cNvPr>
          <p:cNvSpPr/>
          <p:nvPr/>
        </p:nvSpPr>
        <p:spPr>
          <a:xfrm>
            <a:off x="7941543" y="2891427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 stub</a:t>
            </a:r>
          </a:p>
          <a:p>
            <a:pPr algn="ctr"/>
            <a:r>
              <a:rPr lang="en-US" dirty="0"/>
              <a:t>(skeleton)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BEB606-584E-014A-B77E-D5BAAB68A22C}"/>
              </a:ext>
            </a:extLst>
          </p:cNvPr>
          <p:cNvSpPr/>
          <p:nvPr/>
        </p:nvSpPr>
        <p:spPr>
          <a:xfrm>
            <a:off x="7941543" y="4054074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 Library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13568C-21E8-2742-A75A-ED4951860B68}"/>
              </a:ext>
            </a:extLst>
          </p:cNvPr>
          <p:cNvSpPr/>
          <p:nvPr/>
        </p:nvSpPr>
        <p:spPr>
          <a:xfrm>
            <a:off x="1928609" y="4063100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 Library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77F7B-0EBB-674B-BBE9-9AF2674670BD}"/>
              </a:ext>
            </a:extLst>
          </p:cNvPr>
          <p:cNvSpPr/>
          <p:nvPr/>
        </p:nvSpPr>
        <p:spPr>
          <a:xfrm>
            <a:off x="1928609" y="2900453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stub</a:t>
            </a:r>
          </a:p>
          <a:p>
            <a:pPr algn="ctr"/>
            <a:r>
              <a:rPr lang="en-US" dirty="0"/>
              <a:t>(proxy)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39F083-19FE-834D-95D5-2B27890B9104}"/>
              </a:ext>
            </a:extLst>
          </p:cNvPr>
          <p:cNvSpPr/>
          <p:nvPr/>
        </p:nvSpPr>
        <p:spPr>
          <a:xfrm>
            <a:off x="1928609" y="1728780"/>
            <a:ext cx="2272434" cy="651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objects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D36602-0461-954B-AD13-FFE8DAEE4610}"/>
              </a:ext>
            </a:extLst>
          </p:cNvPr>
          <p:cNvCxnSpPr/>
          <p:nvPr/>
        </p:nvCxnSpPr>
        <p:spPr>
          <a:xfrm>
            <a:off x="4250457" y="4334005"/>
            <a:ext cx="3691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76420B-8A27-E64C-9E28-20CAAF961CAD}"/>
              </a:ext>
            </a:extLst>
          </p:cNvPr>
          <p:cNvCxnSpPr>
            <a:cxnSpLocks/>
          </p:cNvCxnSpPr>
          <p:nvPr/>
        </p:nvCxnSpPr>
        <p:spPr>
          <a:xfrm flipH="1">
            <a:off x="4250457" y="4479865"/>
            <a:ext cx="3691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5422C3D-9D62-4F41-9702-07A2F9576C9C}"/>
              </a:ext>
            </a:extLst>
          </p:cNvPr>
          <p:cNvCxnSpPr/>
          <p:nvPr/>
        </p:nvCxnSpPr>
        <p:spPr>
          <a:xfrm>
            <a:off x="4250457" y="2006252"/>
            <a:ext cx="369108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DB0D2A2-C3E7-1141-846C-E1105F875E73}"/>
              </a:ext>
            </a:extLst>
          </p:cNvPr>
          <p:cNvCxnSpPr>
            <a:cxnSpLocks/>
          </p:cNvCxnSpPr>
          <p:nvPr/>
        </p:nvCxnSpPr>
        <p:spPr>
          <a:xfrm flipH="1">
            <a:off x="4250457" y="2152112"/>
            <a:ext cx="369108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BB8E819-8491-B54B-A8F0-571B95BFC309}"/>
              </a:ext>
            </a:extLst>
          </p:cNvPr>
          <p:cNvSpPr txBox="1"/>
          <p:nvPr/>
        </p:nvSpPr>
        <p:spPr>
          <a:xfrm>
            <a:off x="5291452" y="1578952"/>
            <a:ext cx="201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remote object calls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61FBA4-2390-0243-9A26-F66E7CCD109F}"/>
              </a:ext>
            </a:extLst>
          </p:cNvPr>
          <p:cNvSpPr txBox="1"/>
          <p:nvPr/>
        </p:nvSpPr>
        <p:spPr>
          <a:xfrm>
            <a:off x="5196231" y="3964861"/>
            <a:ext cx="1913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marshalling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EEE86E-E777-694E-B4DF-C8EF977BA490}"/>
              </a:ext>
            </a:extLst>
          </p:cNvPr>
          <p:cNvCxnSpPr/>
          <p:nvPr/>
        </p:nvCxnSpPr>
        <p:spPr>
          <a:xfrm>
            <a:off x="8644090" y="2379945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BFB39C-0822-B647-BD6C-015F65F3295B}"/>
              </a:ext>
            </a:extLst>
          </p:cNvPr>
          <p:cNvCxnSpPr>
            <a:cxnSpLocks/>
          </p:cNvCxnSpPr>
          <p:nvPr/>
        </p:nvCxnSpPr>
        <p:spPr>
          <a:xfrm flipV="1">
            <a:off x="9385214" y="2370920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C269F3D-ABF8-AA49-A069-F6EAB639D21E}"/>
              </a:ext>
            </a:extLst>
          </p:cNvPr>
          <p:cNvCxnSpPr/>
          <p:nvPr/>
        </p:nvCxnSpPr>
        <p:spPr>
          <a:xfrm>
            <a:off x="8635740" y="3542592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428B121-0DA0-7249-B3BC-2B3B3AB59FB6}"/>
              </a:ext>
            </a:extLst>
          </p:cNvPr>
          <p:cNvCxnSpPr>
            <a:cxnSpLocks/>
          </p:cNvCxnSpPr>
          <p:nvPr/>
        </p:nvCxnSpPr>
        <p:spPr>
          <a:xfrm flipV="1">
            <a:off x="9376864" y="3533567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F52478B-0824-D94F-98D8-8A1114402D93}"/>
              </a:ext>
            </a:extLst>
          </p:cNvPr>
          <p:cNvCxnSpPr/>
          <p:nvPr/>
        </p:nvCxnSpPr>
        <p:spPr>
          <a:xfrm>
            <a:off x="2701008" y="2397996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BB58D1-4B65-AF46-9CC2-28F051AD444F}"/>
              </a:ext>
            </a:extLst>
          </p:cNvPr>
          <p:cNvCxnSpPr>
            <a:cxnSpLocks/>
          </p:cNvCxnSpPr>
          <p:nvPr/>
        </p:nvCxnSpPr>
        <p:spPr>
          <a:xfrm flipV="1">
            <a:off x="3442132" y="2388971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46229D-DD47-934F-A493-FA5D0DD8DAD1}"/>
              </a:ext>
            </a:extLst>
          </p:cNvPr>
          <p:cNvCxnSpPr/>
          <p:nvPr/>
        </p:nvCxnSpPr>
        <p:spPr>
          <a:xfrm>
            <a:off x="2701008" y="3560643"/>
            <a:ext cx="0" cy="5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B2E5AE-F37A-C648-9315-5882D92BAD55}"/>
              </a:ext>
            </a:extLst>
          </p:cNvPr>
          <p:cNvCxnSpPr>
            <a:cxnSpLocks/>
          </p:cNvCxnSpPr>
          <p:nvPr/>
        </p:nvCxnSpPr>
        <p:spPr>
          <a:xfrm flipV="1">
            <a:off x="3442132" y="3551618"/>
            <a:ext cx="0" cy="520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514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42E9-65CE-134B-9B56-D6B10BB7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Server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AACD1B-A98F-3742-BB7E-0D797662A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294411"/>
              </p:ext>
            </p:extLst>
          </p:nvPr>
        </p:nvGraphicFramePr>
        <p:xfrm>
          <a:off x="1062929" y="1690688"/>
          <a:ext cx="9144000" cy="337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Document" r:id="rId3" imgW="9144000" imgH="3378200" progId="Word.Document.12">
                  <p:embed/>
                </p:oleObj>
              </mc:Choice>
              <mc:Fallback>
                <p:oleObj name="Document" r:id="rId3" imgW="9144000" imgH="33782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AACD1B-A98F-3742-BB7E-0D797662A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929" y="1690688"/>
                        <a:ext cx="9144000" cy="337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2565B93-455D-6F4A-BC57-FFADED12DADE}"/>
              </a:ext>
            </a:extLst>
          </p:cNvPr>
          <p:cNvSpPr/>
          <p:nvPr/>
        </p:nvSpPr>
        <p:spPr>
          <a:xfrm>
            <a:off x="1062929" y="4982646"/>
            <a:ext cx="3311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https://pythonhosted.org/Pyro4/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54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0F76-09B2-494D-A4DF-CD2D9714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Client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2C7FD8-6B90-9941-B03D-15B23C852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9570779"/>
              </p:ext>
            </p:extLst>
          </p:nvPr>
        </p:nvGraphicFramePr>
        <p:xfrm>
          <a:off x="974725" y="1989138"/>
          <a:ext cx="9144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Document" r:id="rId3" imgW="9144000" imgH="990600" progId="Word.Document.12">
                  <p:embed/>
                </p:oleObj>
              </mc:Choice>
              <mc:Fallback>
                <p:oleObj name="Document" r:id="rId3" imgW="9144000" imgH="9906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52C7FD8-6B90-9941-B03D-15B23C852F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4725" y="1989138"/>
                        <a:ext cx="91440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7428BFF-0514-5143-9F6C-1A227B880134}"/>
              </a:ext>
            </a:extLst>
          </p:cNvPr>
          <p:cNvSpPr/>
          <p:nvPr/>
        </p:nvSpPr>
        <p:spPr>
          <a:xfrm>
            <a:off x="974725" y="2908856"/>
            <a:ext cx="3311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https://pythonhosted.org/Pyro4/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44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2CFB-A319-EE46-BAF7-24E53D8A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26ECE7-88E3-1F44-BD86-FBFAD0170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4331"/>
            <a:ext cx="12192000" cy="9939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421449-7F6B-7F4F-811F-3E1F1D49F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3288"/>
            <a:ext cx="12192000" cy="37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870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42E9-65CE-134B-9B56-D6B10BB7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Server with a NS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1AACD1B-A98F-3742-BB7E-0D797662AA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825087"/>
              </p:ext>
            </p:extLst>
          </p:nvPr>
        </p:nvGraphicFramePr>
        <p:xfrm>
          <a:off x="1062929" y="1506022"/>
          <a:ext cx="91440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Document" r:id="rId3" imgW="9144000" imgH="4572000" progId="Word.Document.12">
                  <p:embed/>
                </p:oleObj>
              </mc:Choice>
              <mc:Fallback>
                <p:oleObj name="Document" r:id="rId3" imgW="9144000" imgH="45720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1AACD1B-A98F-3742-BB7E-0D797662AA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929" y="1506022"/>
                        <a:ext cx="9144000" cy="457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2565B93-455D-6F4A-BC57-FFADED12DADE}"/>
              </a:ext>
            </a:extLst>
          </p:cNvPr>
          <p:cNvSpPr/>
          <p:nvPr/>
        </p:nvSpPr>
        <p:spPr>
          <a:xfrm>
            <a:off x="1062929" y="6074229"/>
            <a:ext cx="3311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https://pythonhosted.org/Pyro4/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435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0F76-09B2-494D-A4DF-CD2D9714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Client with a NS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52C7FD8-6B90-9941-B03D-15B23C852F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374803"/>
              </p:ext>
            </p:extLst>
          </p:nvPr>
        </p:nvGraphicFramePr>
        <p:xfrm>
          <a:off x="974725" y="1989138"/>
          <a:ext cx="91440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Document" r:id="rId3" imgW="9144000" imgH="990600" progId="Word.Document.12">
                  <p:embed/>
                </p:oleObj>
              </mc:Choice>
              <mc:Fallback>
                <p:oleObj name="Document" r:id="rId3" imgW="9144000" imgH="99060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52C7FD8-6B90-9941-B03D-15B23C852F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4725" y="1989138"/>
                        <a:ext cx="91440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7428BFF-0514-5143-9F6C-1A227B880134}"/>
              </a:ext>
            </a:extLst>
          </p:cNvPr>
          <p:cNvSpPr/>
          <p:nvPr/>
        </p:nvSpPr>
        <p:spPr>
          <a:xfrm>
            <a:off x="974725" y="2908856"/>
            <a:ext cx="3311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https://pythonhosted.org/Pyro4/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438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9AA3-9537-CC40-BC29-1984D287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C3B0CC-0325-6D47-B27C-B197EFCB6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88600" cy="1625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11F2E5-675F-1648-B149-CC42C7FDFB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4792"/>
          <a:stretch/>
        </p:blipFill>
        <p:spPr>
          <a:xfrm>
            <a:off x="838200" y="3898843"/>
            <a:ext cx="10388600" cy="3537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85FF2-9081-ED4F-BD4C-CCC93820B3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4792"/>
          <a:stretch/>
        </p:blipFill>
        <p:spPr>
          <a:xfrm>
            <a:off x="838200" y="4835110"/>
            <a:ext cx="10388600" cy="92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73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53BB-6C29-0F42-A6D2-7A61F80A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390EC-A296-544E-9984-8D6F20C8C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Socket: </a:t>
            </a:r>
            <a:r>
              <a:rPr lang="en-US" dirty="0">
                <a:hlinkClick r:id="rId2"/>
              </a:rPr>
              <a:t>https://docs.python.org/3/library/socket.html</a:t>
            </a:r>
            <a:endParaRPr lang="en-US" dirty="0"/>
          </a:p>
          <a:p>
            <a:r>
              <a:rPr lang="en-US" dirty="0"/>
              <a:t>RPC: </a:t>
            </a:r>
            <a:r>
              <a:rPr lang="en-US" dirty="0">
                <a:hlinkClick r:id="rId3"/>
              </a:rPr>
              <a:t>https://docs.python.org/3/library/xmlrpc.html</a:t>
            </a:r>
            <a:endParaRPr lang="en-US" dirty="0"/>
          </a:p>
          <a:p>
            <a:r>
              <a:rPr lang="en-US" dirty="0"/>
              <a:t>Remote object: </a:t>
            </a:r>
            <a:r>
              <a:rPr lang="en-US" dirty="0">
                <a:hlinkClick r:id="rId4"/>
              </a:rPr>
              <a:t>https://pythonhosted.org/Pyro4/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14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307</Words>
  <Application>Microsoft Macintosh PowerPoint</Application>
  <PresentationFormat>Widescreen</PresentationFormat>
  <Paragraphs>71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Document</vt:lpstr>
      <vt:lpstr>Network programming in Python</vt:lpstr>
      <vt:lpstr>Inter-process communication using TCP</vt:lpstr>
      <vt:lpstr>TCP Server</vt:lpstr>
      <vt:lpstr>TCP Client</vt:lpstr>
      <vt:lpstr>Testing</vt:lpstr>
      <vt:lpstr>Inter-process communication using UDP</vt:lpstr>
      <vt:lpstr>UDP Receiver</vt:lpstr>
      <vt:lpstr>UDP Sender</vt:lpstr>
      <vt:lpstr>Testing</vt:lpstr>
      <vt:lpstr>Remote Procedure Call</vt:lpstr>
      <vt:lpstr>RPC Server</vt:lpstr>
      <vt:lpstr>RPC Client</vt:lpstr>
      <vt:lpstr>Testing</vt:lpstr>
      <vt:lpstr>Remote Object</vt:lpstr>
      <vt:lpstr>Object Server</vt:lpstr>
      <vt:lpstr>Object Client</vt:lpstr>
      <vt:lpstr>Testing</vt:lpstr>
      <vt:lpstr>Object Server with a NS</vt:lpstr>
      <vt:lpstr>Object Client with a NS</vt:lpstr>
      <vt:lpstr>Test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programming in Python – Part 1</dc:title>
  <dc:creator>Pham, Vung</dc:creator>
  <cp:lastModifiedBy>Pham, Vung</cp:lastModifiedBy>
  <cp:revision>112</cp:revision>
  <dcterms:created xsi:type="dcterms:W3CDTF">2020-02-03T17:25:52Z</dcterms:created>
  <dcterms:modified xsi:type="dcterms:W3CDTF">2020-02-04T18:40:02Z</dcterms:modified>
</cp:coreProperties>
</file>