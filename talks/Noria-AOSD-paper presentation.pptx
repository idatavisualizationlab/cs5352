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7" r:id="rId12"/>
    <p:sldId id="264" r:id="rId13"/>
    <p:sldId id="265" r:id="rId14"/>
    <p:sldId id="268" r:id="rId15"/>
    <p:sldId id="269" r:id="rId16"/>
    <p:sldId id="270" r:id="rId17"/>
    <p:sldId id="272" r:id="rId18"/>
    <p:sldId id="271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9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7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6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5.svg"/><Relationship Id="rId1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5C7B88-0B16-4372-923E-0B068ACA1F3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BE09E1E-5E4F-4928-907A-302D8F58A54F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635E001D-BE09-45C5-B994-AD8E243E3015}" type="parTrans" cxnId="{8B2D546C-846B-46E6-99D4-BAEAADC73B75}">
      <dgm:prSet/>
      <dgm:spPr/>
      <dgm:t>
        <a:bodyPr/>
        <a:lstStyle/>
        <a:p>
          <a:endParaRPr lang="en-US"/>
        </a:p>
      </dgm:t>
    </dgm:pt>
    <dgm:pt modelId="{016B07EA-6AFB-4FBC-94DC-EE1F3E0601F9}" type="sibTrans" cxnId="{8B2D546C-846B-46E6-99D4-BAEAADC73B75}">
      <dgm:prSet/>
      <dgm:spPr/>
      <dgm:t>
        <a:bodyPr/>
        <a:lstStyle/>
        <a:p>
          <a:endParaRPr lang="en-US"/>
        </a:p>
      </dgm:t>
    </dgm:pt>
    <dgm:pt modelId="{EF05EC3C-0942-46DF-B7A6-9394BF0A9A25}">
      <dgm:prSet/>
      <dgm:spPr/>
      <dgm:t>
        <a:bodyPr/>
        <a:lstStyle/>
        <a:p>
          <a:r>
            <a:rPr lang="en-US"/>
            <a:t>Design</a:t>
          </a:r>
        </a:p>
      </dgm:t>
    </dgm:pt>
    <dgm:pt modelId="{547C83BE-D5C4-46FD-987E-BB9B2A2B9030}" type="parTrans" cxnId="{F2D48837-E61A-4DC8-BCDD-CE40D04B9248}">
      <dgm:prSet/>
      <dgm:spPr/>
      <dgm:t>
        <a:bodyPr/>
        <a:lstStyle/>
        <a:p>
          <a:endParaRPr lang="en-US"/>
        </a:p>
      </dgm:t>
    </dgm:pt>
    <dgm:pt modelId="{AB966DFE-B76B-4729-A09F-754674AE73DE}" type="sibTrans" cxnId="{F2D48837-E61A-4DC8-BCDD-CE40D04B9248}">
      <dgm:prSet/>
      <dgm:spPr/>
      <dgm:t>
        <a:bodyPr/>
        <a:lstStyle/>
        <a:p>
          <a:endParaRPr lang="en-US"/>
        </a:p>
      </dgm:t>
    </dgm:pt>
    <dgm:pt modelId="{CDB86421-BE0F-4F6E-BBBC-EBF04715DBEB}">
      <dgm:prSet/>
      <dgm:spPr/>
      <dgm:t>
        <a:bodyPr/>
        <a:lstStyle/>
        <a:p>
          <a:r>
            <a:rPr lang="en-US"/>
            <a:t>Challenges and solutions</a:t>
          </a:r>
        </a:p>
      </dgm:t>
    </dgm:pt>
    <dgm:pt modelId="{6FC4663C-80AA-4632-89D2-047AE83F26DB}" type="parTrans" cxnId="{3F2B0891-05C0-4A59-93A4-4C9F9937CEDE}">
      <dgm:prSet/>
      <dgm:spPr/>
      <dgm:t>
        <a:bodyPr/>
        <a:lstStyle/>
        <a:p>
          <a:endParaRPr lang="en-US"/>
        </a:p>
      </dgm:t>
    </dgm:pt>
    <dgm:pt modelId="{BAA0F722-4463-4BFC-AAA0-BCADA8AA22F5}" type="sibTrans" cxnId="{3F2B0891-05C0-4A59-93A4-4C9F9937CEDE}">
      <dgm:prSet/>
      <dgm:spPr/>
      <dgm:t>
        <a:bodyPr/>
        <a:lstStyle/>
        <a:p>
          <a:endParaRPr lang="en-US"/>
        </a:p>
      </dgm:t>
    </dgm:pt>
    <dgm:pt modelId="{4E753BA2-BF0E-4392-AD32-E612D8BE5473}">
      <dgm:prSet/>
      <dgm:spPr/>
      <dgm:t>
        <a:bodyPr/>
        <a:lstStyle/>
        <a:p>
          <a:r>
            <a:rPr lang="en-US"/>
            <a:t>Implementation</a:t>
          </a:r>
        </a:p>
      </dgm:t>
    </dgm:pt>
    <dgm:pt modelId="{7CCC8A49-E973-4F00-B176-196210FF09E2}" type="parTrans" cxnId="{024F9192-5369-4875-A8BE-45D55BD7A95F}">
      <dgm:prSet/>
      <dgm:spPr/>
      <dgm:t>
        <a:bodyPr/>
        <a:lstStyle/>
        <a:p>
          <a:endParaRPr lang="en-US"/>
        </a:p>
      </dgm:t>
    </dgm:pt>
    <dgm:pt modelId="{660767DF-FF94-404D-B6FF-674C03A65412}" type="sibTrans" cxnId="{024F9192-5369-4875-A8BE-45D55BD7A95F}">
      <dgm:prSet/>
      <dgm:spPr/>
      <dgm:t>
        <a:bodyPr/>
        <a:lstStyle/>
        <a:p>
          <a:endParaRPr lang="en-US"/>
        </a:p>
      </dgm:t>
    </dgm:pt>
    <dgm:pt modelId="{2D1AC55D-D53A-42E3-849B-9449097204A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48A456A0-53AE-4CFE-8E45-11CD25B22E21}" type="parTrans" cxnId="{ACE11CDE-6D0D-4205-B96C-184A60C1A4C2}">
      <dgm:prSet/>
      <dgm:spPr/>
      <dgm:t>
        <a:bodyPr/>
        <a:lstStyle/>
        <a:p>
          <a:endParaRPr lang="en-US"/>
        </a:p>
      </dgm:t>
    </dgm:pt>
    <dgm:pt modelId="{09D876DF-481A-444A-8CE2-21B0536A78F3}" type="sibTrans" cxnId="{ACE11CDE-6D0D-4205-B96C-184A60C1A4C2}">
      <dgm:prSet/>
      <dgm:spPr/>
      <dgm:t>
        <a:bodyPr/>
        <a:lstStyle/>
        <a:p>
          <a:endParaRPr lang="en-US"/>
        </a:p>
      </dgm:t>
    </dgm:pt>
    <dgm:pt modelId="{8049AE26-A952-42CE-A5EE-4D0D54272ADB}">
      <dgm:prSet/>
      <dgm:spPr/>
      <dgm:t>
        <a:bodyPr/>
        <a:lstStyle/>
        <a:p>
          <a:r>
            <a:rPr lang="en-US"/>
            <a:t>Evaluation</a:t>
          </a:r>
        </a:p>
      </dgm:t>
    </dgm:pt>
    <dgm:pt modelId="{D455F929-F643-482B-8B44-4945B8247849}" type="parTrans" cxnId="{AC43C7A3-F5C2-4327-AFF9-BB4B293F7F81}">
      <dgm:prSet/>
      <dgm:spPr/>
      <dgm:t>
        <a:bodyPr/>
        <a:lstStyle/>
        <a:p>
          <a:endParaRPr lang="en-US"/>
        </a:p>
      </dgm:t>
    </dgm:pt>
    <dgm:pt modelId="{1099A414-8EEC-42B0-93FE-0E99D822A101}" type="sibTrans" cxnId="{AC43C7A3-F5C2-4327-AFF9-BB4B293F7F81}">
      <dgm:prSet/>
      <dgm:spPr/>
      <dgm:t>
        <a:bodyPr/>
        <a:lstStyle/>
        <a:p>
          <a:endParaRPr lang="en-US"/>
        </a:p>
      </dgm:t>
    </dgm:pt>
    <dgm:pt modelId="{C0A48B3C-8F11-4748-B4B5-ECE210FEE178}" type="pres">
      <dgm:prSet presAssocID="{445C7B88-0B16-4372-923E-0B068ACA1F3E}" presName="vert0" presStyleCnt="0">
        <dgm:presLayoutVars>
          <dgm:dir/>
          <dgm:animOne val="branch"/>
          <dgm:animLvl val="lvl"/>
        </dgm:presLayoutVars>
      </dgm:prSet>
      <dgm:spPr/>
    </dgm:pt>
    <dgm:pt modelId="{0D5328EE-FA0F-4F5A-891E-F2D5B32B79EC}" type="pres">
      <dgm:prSet presAssocID="{0BE09E1E-5E4F-4928-907A-302D8F58A54F}" presName="thickLine" presStyleLbl="alignNode1" presStyleIdx="0" presStyleCnt="6"/>
      <dgm:spPr/>
    </dgm:pt>
    <dgm:pt modelId="{1A608A49-4571-47FB-9E9F-886CFB04AD82}" type="pres">
      <dgm:prSet presAssocID="{0BE09E1E-5E4F-4928-907A-302D8F58A54F}" presName="horz1" presStyleCnt="0"/>
      <dgm:spPr/>
    </dgm:pt>
    <dgm:pt modelId="{A5B238E6-1945-4442-A4AE-AA11080C630C}" type="pres">
      <dgm:prSet presAssocID="{0BE09E1E-5E4F-4928-907A-302D8F58A54F}" presName="tx1" presStyleLbl="revTx" presStyleIdx="0" presStyleCnt="6"/>
      <dgm:spPr/>
    </dgm:pt>
    <dgm:pt modelId="{7DB4D5A1-3238-4803-88C7-EA0D88E48FEB}" type="pres">
      <dgm:prSet presAssocID="{0BE09E1E-5E4F-4928-907A-302D8F58A54F}" presName="vert1" presStyleCnt="0"/>
      <dgm:spPr/>
    </dgm:pt>
    <dgm:pt modelId="{54E1A1D0-709C-4432-9B4E-8911B01D07C4}" type="pres">
      <dgm:prSet presAssocID="{EF05EC3C-0942-46DF-B7A6-9394BF0A9A25}" presName="thickLine" presStyleLbl="alignNode1" presStyleIdx="1" presStyleCnt="6"/>
      <dgm:spPr/>
    </dgm:pt>
    <dgm:pt modelId="{127E9D01-1117-4F0A-A3DB-1BAF0BC65D1B}" type="pres">
      <dgm:prSet presAssocID="{EF05EC3C-0942-46DF-B7A6-9394BF0A9A25}" presName="horz1" presStyleCnt="0"/>
      <dgm:spPr/>
    </dgm:pt>
    <dgm:pt modelId="{C2041F31-C804-4C1C-8811-B1B967A4065F}" type="pres">
      <dgm:prSet presAssocID="{EF05EC3C-0942-46DF-B7A6-9394BF0A9A25}" presName="tx1" presStyleLbl="revTx" presStyleIdx="1" presStyleCnt="6"/>
      <dgm:spPr/>
    </dgm:pt>
    <dgm:pt modelId="{58B1792A-E365-4FF6-AC65-FA29C8BB02D0}" type="pres">
      <dgm:prSet presAssocID="{EF05EC3C-0942-46DF-B7A6-9394BF0A9A25}" presName="vert1" presStyleCnt="0"/>
      <dgm:spPr/>
    </dgm:pt>
    <dgm:pt modelId="{C23C3E3E-F068-4D29-B3D4-083A331294CA}" type="pres">
      <dgm:prSet presAssocID="{CDB86421-BE0F-4F6E-BBBC-EBF04715DBEB}" presName="thickLine" presStyleLbl="alignNode1" presStyleIdx="2" presStyleCnt="6"/>
      <dgm:spPr/>
    </dgm:pt>
    <dgm:pt modelId="{8823FACB-6605-4690-82CC-19485027A9BA}" type="pres">
      <dgm:prSet presAssocID="{CDB86421-BE0F-4F6E-BBBC-EBF04715DBEB}" presName="horz1" presStyleCnt="0"/>
      <dgm:spPr/>
    </dgm:pt>
    <dgm:pt modelId="{A8D1C715-36C2-4382-BAB1-767338AE4233}" type="pres">
      <dgm:prSet presAssocID="{CDB86421-BE0F-4F6E-BBBC-EBF04715DBEB}" presName="tx1" presStyleLbl="revTx" presStyleIdx="2" presStyleCnt="6"/>
      <dgm:spPr/>
    </dgm:pt>
    <dgm:pt modelId="{CA6D0512-550D-4DEF-90A7-BC0B2CAB35B0}" type="pres">
      <dgm:prSet presAssocID="{CDB86421-BE0F-4F6E-BBBC-EBF04715DBEB}" presName="vert1" presStyleCnt="0"/>
      <dgm:spPr/>
    </dgm:pt>
    <dgm:pt modelId="{A231D17C-10C6-4301-BDF6-CAAB42525D16}" type="pres">
      <dgm:prSet presAssocID="{4E753BA2-BF0E-4392-AD32-E612D8BE5473}" presName="thickLine" presStyleLbl="alignNode1" presStyleIdx="3" presStyleCnt="6"/>
      <dgm:spPr/>
    </dgm:pt>
    <dgm:pt modelId="{12180F56-7255-4191-80DA-A564349D4146}" type="pres">
      <dgm:prSet presAssocID="{4E753BA2-BF0E-4392-AD32-E612D8BE5473}" presName="horz1" presStyleCnt="0"/>
      <dgm:spPr/>
    </dgm:pt>
    <dgm:pt modelId="{B4F3675C-930B-4119-8E52-4DE5B8D195A2}" type="pres">
      <dgm:prSet presAssocID="{4E753BA2-BF0E-4392-AD32-E612D8BE5473}" presName="tx1" presStyleLbl="revTx" presStyleIdx="3" presStyleCnt="6"/>
      <dgm:spPr/>
    </dgm:pt>
    <dgm:pt modelId="{F1800736-F827-4F77-BEA1-A183FC324017}" type="pres">
      <dgm:prSet presAssocID="{4E753BA2-BF0E-4392-AD32-E612D8BE5473}" presName="vert1" presStyleCnt="0"/>
      <dgm:spPr/>
    </dgm:pt>
    <dgm:pt modelId="{024AB930-3FF0-4B6A-96F6-834E9EBB7D4E}" type="pres">
      <dgm:prSet presAssocID="{2D1AC55D-D53A-42E3-849B-9449097204A2}" presName="thickLine" presStyleLbl="alignNode1" presStyleIdx="4" presStyleCnt="6"/>
      <dgm:spPr/>
    </dgm:pt>
    <dgm:pt modelId="{45F66173-9D59-45F0-BBE2-DA55CF9DBC1D}" type="pres">
      <dgm:prSet presAssocID="{2D1AC55D-D53A-42E3-849B-9449097204A2}" presName="horz1" presStyleCnt="0"/>
      <dgm:spPr/>
    </dgm:pt>
    <dgm:pt modelId="{6159F01F-7260-49F1-9268-D63E26974DFD}" type="pres">
      <dgm:prSet presAssocID="{2D1AC55D-D53A-42E3-849B-9449097204A2}" presName="tx1" presStyleLbl="revTx" presStyleIdx="4" presStyleCnt="6"/>
      <dgm:spPr/>
    </dgm:pt>
    <dgm:pt modelId="{71A28878-A8C7-449A-B372-4A7A5598BB27}" type="pres">
      <dgm:prSet presAssocID="{2D1AC55D-D53A-42E3-849B-9449097204A2}" presName="vert1" presStyleCnt="0"/>
      <dgm:spPr/>
    </dgm:pt>
    <dgm:pt modelId="{98E574A9-3393-42CD-9FDE-4770A62F6CB0}" type="pres">
      <dgm:prSet presAssocID="{8049AE26-A952-42CE-A5EE-4D0D54272ADB}" presName="thickLine" presStyleLbl="alignNode1" presStyleIdx="5" presStyleCnt="6"/>
      <dgm:spPr/>
    </dgm:pt>
    <dgm:pt modelId="{C9A673C1-7F84-43F0-9603-D006976789E0}" type="pres">
      <dgm:prSet presAssocID="{8049AE26-A952-42CE-A5EE-4D0D54272ADB}" presName="horz1" presStyleCnt="0"/>
      <dgm:spPr/>
    </dgm:pt>
    <dgm:pt modelId="{F2631A5B-0681-4041-97C4-226737CFEEF0}" type="pres">
      <dgm:prSet presAssocID="{8049AE26-A952-42CE-A5EE-4D0D54272ADB}" presName="tx1" presStyleLbl="revTx" presStyleIdx="5" presStyleCnt="6"/>
      <dgm:spPr/>
    </dgm:pt>
    <dgm:pt modelId="{10912A7E-D347-411F-8F1D-83B9D8DB363E}" type="pres">
      <dgm:prSet presAssocID="{8049AE26-A952-42CE-A5EE-4D0D54272ADB}" presName="vert1" presStyleCnt="0"/>
      <dgm:spPr/>
    </dgm:pt>
  </dgm:ptLst>
  <dgm:cxnLst>
    <dgm:cxn modelId="{7D3C2108-9A91-4AF2-A427-4117DD1FD3FF}" type="presOf" srcId="{2D1AC55D-D53A-42E3-849B-9449097204A2}" destId="{6159F01F-7260-49F1-9268-D63E26974DFD}" srcOrd="0" destOrd="0" presId="urn:microsoft.com/office/officeart/2008/layout/LinedList"/>
    <dgm:cxn modelId="{B5BB6E17-FF5E-47C9-80C5-F60B69D37D9F}" type="presOf" srcId="{8049AE26-A952-42CE-A5EE-4D0D54272ADB}" destId="{F2631A5B-0681-4041-97C4-226737CFEEF0}" srcOrd="0" destOrd="0" presId="urn:microsoft.com/office/officeart/2008/layout/LinedList"/>
    <dgm:cxn modelId="{AED1541B-8D53-4003-8D8A-69501A2ECE07}" type="presOf" srcId="{CDB86421-BE0F-4F6E-BBBC-EBF04715DBEB}" destId="{A8D1C715-36C2-4382-BAB1-767338AE4233}" srcOrd="0" destOrd="0" presId="urn:microsoft.com/office/officeart/2008/layout/LinedList"/>
    <dgm:cxn modelId="{F2D48837-E61A-4DC8-BCDD-CE40D04B9248}" srcId="{445C7B88-0B16-4372-923E-0B068ACA1F3E}" destId="{EF05EC3C-0942-46DF-B7A6-9394BF0A9A25}" srcOrd="1" destOrd="0" parTransId="{547C83BE-D5C4-46FD-987E-BB9B2A2B9030}" sibTransId="{AB966DFE-B76B-4729-A09F-754674AE73DE}"/>
    <dgm:cxn modelId="{8B2D546C-846B-46E6-99D4-BAEAADC73B75}" srcId="{445C7B88-0B16-4372-923E-0B068ACA1F3E}" destId="{0BE09E1E-5E4F-4928-907A-302D8F58A54F}" srcOrd="0" destOrd="0" parTransId="{635E001D-BE09-45C5-B994-AD8E243E3015}" sibTransId="{016B07EA-6AFB-4FBC-94DC-EE1F3E0601F9}"/>
    <dgm:cxn modelId="{1BAB3D53-5B0C-4F3E-B538-38E73E4C3DAD}" type="presOf" srcId="{EF05EC3C-0942-46DF-B7A6-9394BF0A9A25}" destId="{C2041F31-C804-4C1C-8811-B1B967A4065F}" srcOrd="0" destOrd="0" presId="urn:microsoft.com/office/officeart/2008/layout/LinedList"/>
    <dgm:cxn modelId="{45C9E07B-244F-44A9-97BB-D28A5D19D993}" type="presOf" srcId="{0BE09E1E-5E4F-4928-907A-302D8F58A54F}" destId="{A5B238E6-1945-4442-A4AE-AA11080C630C}" srcOrd="0" destOrd="0" presId="urn:microsoft.com/office/officeart/2008/layout/LinedList"/>
    <dgm:cxn modelId="{3F2B0891-05C0-4A59-93A4-4C9F9937CEDE}" srcId="{445C7B88-0B16-4372-923E-0B068ACA1F3E}" destId="{CDB86421-BE0F-4F6E-BBBC-EBF04715DBEB}" srcOrd="2" destOrd="0" parTransId="{6FC4663C-80AA-4632-89D2-047AE83F26DB}" sibTransId="{BAA0F722-4463-4BFC-AAA0-BCADA8AA22F5}"/>
    <dgm:cxn modelId="{024F9192-5369-4875-A8BE-45D55BD7A95F}" srcId="{445C7B88-0B16-4372-923E-0B068ACA1F3E}" destId="{4E753BA2-BF0E-4392-AD32-E612D8BE5473}" srcOrd="3" destOrd="0" parTransId="{7CCC8A49-E973-4F00-B176-196210FF09E2}" sibTransId="{660767DF-FF94-404D-B6FF-674C03A65412}"/>
    <dgm:cxn modelId="{AC43C7A3-F5C2-4327-AFF9-BB4B293F7F81}" srcId="{445C7B88-0B16-4372-923E-0B068ACA1F3E}" destId="{8049AE26-A952-42CE-A5EE-4D0D54272ADB}" srcOrd="5" destOrd="0" parTransId="{D455F929-F643-482B-8B44-4945B8247849}" sibTransId="{1099A414-8EEC-42B0-93FE-0E99D822A101}"/>
    <dgm:cxn modelId="{753447DC-26A6-4508-98ED-B77027BD229F}" type="presOf" srcId="{4E753BA2-BF0E-4392-AD32-E612D8BE5473}" destId="{B4F3675C-930B-4119-8E52-4DE5B8D195A2}" srcOrd="0" destOrd="0" presId="urn:microsoft.com/office/officeart/2008/layout/LinedList"/>
    <dgm:cxn modelId="{ACE11CDE-6D0D-4205-B96C-184A60C1A4C2}" srcId="{445C7B88-0B16-4372-923E-0B068ACA1F3E}" destId="{2D1AC55D-D53A-42E3-849B-9449097204A2}" srcOrd="4" destOrd="0" parTransId="{48A456A0-53AE-4CFE-8E45-11CD25B22E21}" sibTransId="{09D876DF-481A-444A-8CE2-21B0536A78F3}"/>
    <dgm:cxn modelId="{539D05F6-7B71-4D8F-BF1D-D27143DC73C7}" type="presOf" srcId="{445C7B88-0B16-4372-923E-0B068ACA1F3E}" destId="{C0A48B3C-8F11-4748-B4B5-ECE210FEE178}" srcOrd="0" destOrd="0" presId="urn:microsoft.com/office/officeart/2008/layout/LinedList"/>
    <dgm:cxn modelId="{B48051B9-1839-446B-939B-27AF15A7940E}" type="presParOf" srcId="{C0A48B3C-8F11-4748-B4B5-ECE210FEE178}" destId="{0D5328EE-FA0F-4F5A-891E-F2D5B32B79EC}" srcOrd="0" destOrd="0" presId="urn:microsoft.com/office/officeart/2008/layout/LinedList"/>
    <dgm:cxn modelId="{71D9D670-7E2E-422E-91D8-440FCCE045A5}" type="presParOf" srcId="{C0A48B3C-8F11-4748-B4B5-ECE210FEE178}" destId="{1A608A49-4571-47FB-9E9F-886CFB04AD82}" srcOrd="1" destOrd="0" presId="urn:microsoft.com/office/officeart/2008/layout/LinedList"/>
    <dgm:cxn modelId="{B5D3A998-D068-4755-9903-7401D061C994}" type="presParOf" srcId="{1A608A49-4571-47FB-9E9F-886CFB04AD82}" destId="{A5B238E6-1945-4442-A4AE-AA11080C630C}" srcOrd="0" destOrd="0" presId="urn:microsoft.com/office/officeart/2008/layout/LinedList"/>
    <dgm:cxn modelId="{B1086AF6-24EF-46CB-A74B-978C076B5440}" type="presParOf" srcId="{1A608A49-4571-47FB-9E9F-886CFB04AD82}" destId="{7DB4D5A1-3238-4803-88C7-EA0D88E48FEB}" srcOrd="1" destOrd="0" presId="urn:microsoft.com/office/officeart/2008/layout/LinedList"/>
    <dgm:cxn modelId="{7330503E-DC06-4FEA-BCE7-3D7E1B9CF966}" type="presParOf" srcId="{C0A48B3C-8F11-4748-B4B5-ECE210FEE178}" destId="{54E1A1D0-709C-4432-9B4E-8911B01D07C4}" srcOrd="2" destOrd="0" presId="urn:microsoft.com/office/officeart/2008/layout/LinedList"/>
    <dgm:cxn modelId="{BBDEDF9C-2CA2-4F93-B6A6-29AA5F74402D}" type="presParOf" srcId="{C0A48B3C-8F11-4748-B4B5-ECE210FEE178}" destId="{127E9D01-1117-4F0A-A3DB-1BAF0BC65D1B}" srcOrd="3" destOrd="0" presId="urn:microsoft.com/office/officeart/2008/layout/LinedList"/>
    <dgm:cxn modelId="{7481B500-72CE-4C7E-ABC4-ADCC9467F488}" type="presParOf" srcId="{127E9D01-1117-4F0A-A3DB-1BAF0BC65D1B}" destId="{C2041F31-C804-4C1C-8811-B1B967A4065F}" srcOrd="0" destOrd="0" presId="urn:microsoft.com/office/officeart/2008/layout/LinedList"/>
    <dgm:cxn modelId="{66117C28-1B2A-4F0B-AC58-FCCD31A01BFD}" type="presParOf" srcId="{127E9D01-1117-4F0A-A3DB-1BAF0BC65D1B}" destId="{58B1792A-E365-4FF6-AC65-FA29C8BB02D0}" srcOrd="1" destOrd="0" presId="urn:microsoft.com/office/officeart/2008/layout/LinedList"/>
    <dgm:cxn modelId="{3238DE6F-3B5A-4C8E-96E0-DB11CBF3B76D}" type="presParOf" srcId="{C0A48B3C-8F11-4748-B4B5-ECE210FEE178}" destId="{C23C3E3E-F068-4D29-B3D4-083A331294CA}" srcOrd="4" destOrd="0" presId="urn:microsoft.com/office/officeart/2008/layout/LinedList"/>
    <dgm:cxn modelId="{07A8CFC5-479B-406E-B786-9F220CD37177}" type="presParOf" srcId="{C0A48B3C-8F11-4748-B4B5-ECE210FEE178}" destId="{8823FACB-6605-4690-82CC-19485027A9BA}" srcOrd="5" destOrd="0" presId="urn:microsoft.com/office/officeart/2008/layout/LinedList"/>
    <dgm:cxn modelId="{47DF73CE-B62B-40CE-B512-D47EA3615563}" type="presParOf" srcId="{8823FACB-6605-4690-82CC-19485027A9BA}" destId="{A8D1C715-36C2-4382-BAB1-767338AE4233}" srcOrd="0" destOrd="0" presId="urn:microsoft.com/office/officeart/2008/layout/LinedList"/>
    <dgm:cxn modelId="{4864B907-F845-4540-A14D-57C0AF4D9522}" type="presParOf" srcId="{8823FACB-6605-4690-82CC-19485027A9BA}" destId="{CA6D0512-550D-4DEF-90A7-BC0B2CAB35B0}" srcOrd="1" destOrd="0" presId="urn:microsoft.com/office/officeart/2008/layout/LinedList"/>
    <dgm:cxn modelId="{B8682717-2167-4260-B1ED-4E781AB61B66}" type="presParOf" srcId="{C0A48B3C-8F11-4748-B4B5-ECE210FEE178}" destId="{A231D17C-10C6-4301-BDF6-CAAB42525D16}" srcOrd="6" destOrd="0" presId="urn:microsoft.com/office/officeart/2008/layout/LinedList"/>
    <dgm:cxn modelId="{6173AF27-554B-41A9-A604-D0C7431BD70D}" type="presParOf" srcId="{C0A48B3C-8F11-4748-B4B5-ECE210FEE178}" destId="{12180F56-7255-4191-80DA-A564349D4146}" srcOrd="7" destOrd="0" presId="urn:microsoft.com/office/officeart/2008/layout/LinedList"/>
    <dgm:cxn modelId="{4E2EB330-7659-4C37-98AD-5048DA0D07F3}" type="presParOf" srcId="{12180F56-7255-4191-80DA-A564349D4146}" destId="{B4F3675C-930B-4119-8E52-4DE5B8D195A2}" srcOrd="0" destOrd="0" presId="urn:microsoft.com/office/officeart/2008/layout/LinedList"/>
    <dgm:cxn modelId="{EFB53130-2609-4D88-B4AA-5F4AEB0533F5}" type="presParOf" srcId="{12180F56-7255-4191-80DA-A564349D4146}" destId="{F1800736-F827-4F77-BEA1-A183FC324017}" srcOrd="1" destOrd="0" presId="urn:microsoft.com/office/officeart/2008/layout/LinedList"/>
    <dgm:cxn modelId="{9086EEA2-D2D1-43A1-B0CE-254E50FD31A5}" type="presParOf" srcId="{C0A48B3C-8F11-4748-B4B5-ECE210FEE178}" destId="{024AB930-3FF0-4B6A-96F6-834E9EBB7D4E}" srcOrd="8" destOrd="0" presId="urn:microsoft.com/office/officeart/2008/layout/LinedList"/>
    <dgm:cxn modelId="{50F18ECF-208C-4A72-A569-BCB5D4671DE7}" type="presParOf" srcId="{C0A48B3C-8F11-4748-B4B5-ECE210FEE178}" destId="{45F66173-9D59-45F0-BBE2-DA55CF9DBC1D}" srcOrd="9" destOrd="0" presId="urn:microsoft.com/office/officeart/2008/layout/LinedList"/>
    <dgm:cxn modelId="{E3A0F76C-2B1D-415E-A482-91BD8C4B01FB}" type="presParOf" srcId="{45F66173-9D59-45F0-BBE2-DA55CF9DBC1D}" destId="{6159F01F-7260-49F1-9268-D63E26974DFD}" srcOrd="0" destOrd="0" presId="urn:microsoft.com/office/officeart/2008/layout/LinedList"/>
    <dgm:cxn modelId="{FA7402FA-3F35-47AE-9E65-03FEDEC44E72}" type="presParOf" srcId="{45F66173-9D59-45F0-BBE2-DA55CF9DBC1D}" destId="{71A28878-A8C7-449A-B372-4A7A5598BB27}" srcOrd="1" destOrd="0" presId="urn:microsoft.com/office/officeart/2008/layout/LinedList"/>
    <dgm:cxn modelId="{AE882C3F-619A-46DD-8702-E7FC2E3D1916}" type="presParOf" srcId="{C0A48B3C-8F11-4748-B4B5-ECE210FEE178}" destId="{98E574A9-3393-42CD-9FDE-4770A62F6CB0}" srcOrd="10" destOrd="0" presId="urn:microsoft.com/office/officeart/2008/layout/LinedList"/>
    <dgm:cxn modelId="{D7014519-6A65-4221-A7BD-187A8AD8E5A0}" type="presParOf" srcId="{C0A48B3C-8F11-4748-B4B5-ECE210FEE178}" destId="{C9A673C1-7F84-43F0-9603-D006976789E0}" srcOrd="11" destOrd="0" presId="urn:microsoft.com/office/officeart/2008/layout/LinedList"/>
    <dgm:cxn modelId="{6768FC81-FD5C-4F8E-B76B-95885D702DDA}" type="presParOf" srcId="{C9A673C1-7F84-43F0-9603-D006976789E0}" destId="{F2631A5B-0681-4041-97C4-226737CFEEF0}" srcOrd="0" destOrd="0" presId="urn:microsoft.com/office/officeart/2008/layout/LinedList"/>
    <dgm:cxn modelId="{015F38EC-9780-4FBE-9C52-256F9E02446E}" type="presParOf" srcId="{C9A673C1-7F84-43F0-9603-D006976789E0}" destId="{10912A7E-D347-411F-8F1D-83B9D8DB363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3F4D0E-8DDB-4462-9B1A-43E62158D17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0B232F-AB5F-4A86-AA4B-8BC36CAC0797}">
      <dgm:prSet/>
      <dgm:spPr/>
      <dgm:t>
        <a:bodyPr/>
        <a:lstStyle/>
        <a:p>
          <a:r>
            <a:rPr lang="en-US"/>
            <a:t>Many web applications are read heavy</a:t>
          </a:r>
        </a:p>
      </dgm:t>
    </dgm:pt>
    <dgm:pt modelId="{D1720C6A-9C3E-4385-A727-600C98993500}" type="parTrans" cxnId="{FD9C50C1-70AA-434F-BAE4-5111CA5D0732}">
      <dgm:prSet/>
      <dgm:spPr/>
      <dgm:t>
        <a:bodyPr/>
        <a:lstStyle/>
        <a:p>
          <a:endParaRPr lang="en-US"/>
        </a:p>
      </dgm:t>
    </dgm:pt>
    <dgm:pt modelId="{A0B614D9-79CB-4A0A-8A20-2C61819690EF}" type="sibTrans" cxnId="{FD9C50C1-70AA-434F-BAE4-5111CA5D0732}">
      <dgm:prSet/>
      <dgm:spPr/>
      <dgm:t>
        <a:bodyPr/>
        <a:lstStyle/>
        <a:p>
          <a:endParaRPr lang="en-US"/>
        </a:p>
      </dgm:t>
    </dgm:pt>
    <dgm:pt modelId="{ADB1270E-BC3C-4840-A03F-4C125537D7CE}">
      <dgm:prSet/>
      <dgm:spPr/>
      <dgm:t>
        <a:bodyPr/>
        <a:lstStyle/>
        <a:p>
          <a:r>
            <a:rPr lang="en-US"/>
            <a:t>Must serve data with the lowest latency possible</a:t>
          </a:r>
        </a:p>
      </dgm:t>
    </dgm:pt>
    <dgm:pt modelId="{025A8C6F-2B01-4652-A447-FFA9D835DC87}" type="parTrans" cxnId="{B20535A4-2288-4A50-B754-04169B8FAB53}">
      <dgm:prSet/>
      <dgm:spPr/>
      <dgm:t>
        <a:bodyPr/>
        <a:lstStyle/>
        <a:p>
          <a:endParaRPr lang="en-US"/>
        </a:p>
      </dgm:t>
    </dgm:pt>
    <dgm:pt modelId="{7A24C128-8485-4131-9404-AFDF58F61864}" type="sibTrans" cxnId="{B20535A4-2288-4A50-B754-04169B8FAB53}">
      <dgm:prSet/>
      <dgm:spPr/>
      <dgm:t>
        <a:bodyPr/>
        <a:lstStyle/>
        <a:p>
          <a:endParaRPr lang="en-US"/>
        </a:p>
      </dgm:t>
    </dgm:pt>
    <dgm:pt modelId="{7D4C5C12-3C41-4C2F-B985-B2A6165AD54A}">
      <dgm:prSet/>
      <dgm:spPr/>
      <dgm:t>
        <a:bodyPr/>
        <a:lstStyle/>
        <a:p>
          <a:r>
            <a:rPr lang="en-US"/>
            <a:t>Hence many web applications use Memory caches like Redis or Memcached</a:t>
          </a:r>
        </a:p>
      </dgm:t>
    </dgm:pt>
    <dgm:pt modelId="{A1FB07ED-41C0-4A0A-9649-631F8271AAA0}" type="parTrans" cxnId="{68290EE6-FBF7-4A6F-B62D-FBE4611B5F59}">
      <dgm:prSet/>
      <dgm:spPr/>
      <dgm:t>
        <a:bodyPr/>
        <a:lstStyle/>
        <a:p>
          <a:endParaRPr lang="en-US"/>
        </a:p>
      </dgm:t>
    </dgm:pt>
    <dgm:pt modelId="{FA713B79-0C29-4765-832A-C5A3CE44F4DA}" type="sibTrans" cxnId="{68290EE6-FBF7-4A6F-B62D-FBE4611B5F59}">
      <dgm:prSet/>
      <dgm:spPr/>
      <dgm:t>
        <a:bodyPr/>
        <a:lstStyle/>
        <a:p>
          <a:endParaRPr lang="en-US"/>
        </a:p>
      </dgm:t>
    </dgm:pt>
    <dgm:pt modelId="{E052CF24-9EFA-440E-ABF6-1D37B48CDA94}">
      <dgm:prSet/>
      <dgm:spPr/>
      <dgm:t>
        <a:bodyPr/>
        <a:lstStyle/>
        <a:p>
          <a:r>
            <a:rPr lang="en-US"/>
            <a:t>Can we remove external caching needs and make the DB even faster than Memcached?</a:t>
          </a:r>
        </a:p>
      </dgm:t>
    </dgm:pt>
    <dgm:pt modelId="{337238D9-5CCC-4B32-8A7D-D40C395A6657}" type="parTrans" cxnId="{54211293-AB22-4D88-852D-4CFCA455E35C}">
      <dgm:prSet/>
      <dgm:spPr/>
      <dgm:t>
        <a:bodyPr/>
        <a:lstStyle/>
        <a:p>
          <a:endParaRPr lang="en-US"/>
        </a:p>
      </dgm:t>
    </dgm:pt>
    <dgm:pt modelId="{0A56A9B3-8F8C-4954-B93C-383E047EB9DA}" type="sibTrans" cxnId="{54211293-AB22-4D88-852D-4CFCA455E35C}">
      <dgm:prSet/>
      <dgm:spPr/>
      <dgm:t>
        <a:bodyPr/>
        <a:lstStyle/>
        <a:p>
          <a:endParaRPr lang="en-US"/>
        </a:p>
      </dgm:t>
    </dgm:pt>
    <dgm:pt modelId="{BDD18252-112B-4C63-8FE1-0AB997A27A51}">
      <dgm:prSet/>
      <dgm:spPr/>
      <dgm:t>
        <a:bodyPr/>
        <a:lstStyle/>
        <a:p>
          <a:r>
            <a:rPr lang="en-US"/>
            <a:t>Can we avoid cache validations and thundering?</a:t>
          </a:r>
        </a:p>
      </dgm:t>
    </dgm:pt>
    <dgm:pt modelId="{BC5D3C65-13CA-4948-A06E-6067EFEF4096}" type="parTrans" cxnId="{3D666812-5E83-4CC5-A0A1-D57AA8E06469}">
      <dgm:prSet/>
      <dgm:spPr/>
      <dgm:t>
        <a:bodyPr/>
        <a:lstStyle/>
        <a:p>
          <a:endParaRPr lang="en-US"/>
        </a:p>
      </dgm:t>
    </dgm:pt>
    <dgm:pt modelId="{6CB7860B-7DE4-428B-A329-F555D92D5A27}" type="sibTrans" cxnId="{3D666812-5E83-4CC5-A0A1-D57AA8E06469}">
      <dgm:prSet/>
      <dgm:spPr/>
      <dgm:t>
        <a:bodyPr/>
        <a:lstStyle/>
        <a:p>
          <a:endParaRPr lang="en-US"/>
        </a:p>
      </dgm:t>
    </dgm:pt>
    <dgm:pt modelId="{415A2396-743E-41A3-AB85-B05ECF4D3773}" type="pres">
      <dgm:prSet presAssocID="{7C3F4D0E-8DDB-4462-9B1A-43E62158D17F}" presName="vert0" presStyleCnt="0">
        <dgm:presLayoutVars>
          <dgm:dir/>
          <dgm:animOne val="branch"/>
          <dgm:animLvl val="lvl"/>
        </dgm:presLayoutVars>
      </dgm:prSet>
      <dgm:spPr/>
    </dgm:pt>
    <dgm:pt modelId="{312997BD-1BE6-43AE-8BB1-C3E54F2E641F}" type="pres">
      <dgm:prSet presAssocID="{B60B232F-AB5F-4A86-AA4B-8BC36CAC0797}" presName="thickLine" presStyleLbl="alignNode1" presStyleIdx="0" presStyleCnt="5"/>
      <dgm:spPr/>
    </dgm:pt>
    <dgm:pt modelId="{801D1E8E-4AAC-479A-8424-55ED3BC9395C}" type="pres">
      <dgm:prSet presAssocID="{B60B232F-AB5F-4A86-AA4B-8BC36CAC0797}" presName="horz1" presStyleCnt="0"/>
      <dgm:spPr/>
    </dgm:pt>
    <dgm:pt modelId="{AE27C9D0-32C1-4A7C-B7E4-B11353A9EF50}" type="pres">
      <dgm:prSet presAssocID="{B60B232F-AB5F-4A86-AA4B-8BC36CAC0797}" presName="tx1" presStyleLbl="revTx" presStyleIdx="0" presStyleCnt="5"/>
      <dgm:spPr/>
    </dgm:pt>
    <dgm:pt modelId="{A704E3BD-0DE3-4967-9982-B320F9EBA401}" type="pres">
      <dgm:prSet presAssocID="{B60B232F-AB5F-4A86-AA4B-8BC36CAC0797}" presName="vert1" presStyleCnt="0"/>
      <dgm:spPr/>
    </dgm:pt>
    <dgm:pt modelId="{4D27EF24-269D-4710-B3EC-164B4147F856}" type="pres">
      <dgm:prSet presAssocID="{ADB1270E-BC3C-4840-A03F-4C125537D7CE}" presName="thickLine" presStyleLbl="alignNode1" presStyleIdx="1" presStyleCnt="5"/>
      <dgm:spPr/>
    </dgm:pt>
    <dgm:pt modelId="{F7FD00CD-0ED3-4AEF-B512-C1C5305A8BA6}" type="pres">
      <dgm:prSet presAssocID="{ADB1270E-BC3C-4840-A03F-4C125537D7CE}" presName="horz1" presStyleCnt="0"/>
      <dgm:spPr/>
    </dgm:pt>
    <dgm:pt modelId="{B94B384F-3917-49C8-B668-C1B8291FC490}" type="pres">
      <dgm:prSet presAssocID="{ADB1270E-BC3C-4840-A03F-4C125537D7CE}" presName="tx1" presStyleLbl="revTx" presStyleIdx="1" presStyleCnt="5"/>
      <dgm:spPr/>
    </dgm:pt>
    <dgm:pt modelId="{8F6EF58F-55E2-41CC-A314-37F7B86044FB}" type="pres">
      <dgm:prSet presAssocID="{ADB1270E-BC3C-4840-A03F-4C125537D7CE}" presName="vert1" presStyleCnt="0"/>
      <dgm:spPr/>
    </dgm:pt>
    <dgm:pt modelId="{D484AF4C-A70F-4D26-8755-B761A0B2A248}" type="pres">
      <dgm:prSet presAssocID="{7D4C5C12-3C41-4C2F-B985-B2A6165AD54A}" presName="thickLine" presStyleLbl="alignNode1" presStyleIdx="2" presStyleCnt="5"/>
      <dgm:spPr/>
    </dgm:pt>
    <dgm:pt modelId="{693A24E8-E1D3-4771-A7F1-2AD0540F16D4}" type="pres">
      <dgm:prSet presAssocID="{7D4C5C12-3C41-4C2F-B985-B2A6165AD54A}" presName="horz1" presStyleCnt="0"/>
      <dgm:spPr/>
    </dgm:pt>
    <dgm:pt modelId="{F7BC033F-B437-437D-ABCF-CA56EC2DD275}" type="pres">
      <dgm:prSet presAssocID="{7D4C5C12-3C41-4C2F-B985-B2A6165AD54A}" presName="tx1" presStyleLbl="revTx" presStyleIdx="2" presStyleCnt="5"/>
      <dgm:spPr/>
    </dgm:pt>
    <dgm:pt modelId="{211F30C9-7041-4EF3-955B-D120AE82D597}" type="pres">
      <dgm:prSet presAssocID="{7D4C5C12-3C41-4C2F-B985-B2A6165AD54A}" presName="vert1" presStyleCnt="0"/>
      <dgm:spPr/>
    </dgm:pt>
    <dgm:pt modelId="{287151A3-D675-49E6-8F7E-8C79421F85D6}" type="pres">
      <dgm:prSet presAssocID="{E052CF24-9EFA-440E-ABF6-1D37B48CDA94}" presName="thickLine" presStyleLbl="alignNode1" presStyleIdx="3" presStyleCnt="5"/>
      <dgm:spPr/>
    </dgm:pt>
    <dgm:pt modelId="{D8F2BC0C-17A7-496D-AB0C-A3DE95AE6113}" type="pres">
      <dgm:prSet presAssocID="{E052CF24-9EFA-440E-ABF6-1D37B48CDA94}" presName="horz1" presStyleCnt="0"/>
      <dgm:spPr/>
    </dgm:pt>
    <dgm:pt modelId="{5A0E755B-33B0-4AEB-83A4-6C10997D912E}" type="pres">
      <dgm:prSet presAssocID="{E052CF24-9EFA-440E-ABF6-1D37B48CDA94}" presName="tx1" presStyleLbl="revTx" presStyleIdx="3" presStyleCnt="5"/>
      <dgm:spPr/>
    </dgm:pt>
    <dgm:pt modelId="{0F838E73-9894-4DC0-A9C5-A3F148AF2CEE}" type="pres">
      <dgm:prSet presAssocID="{E052CF24-9EFA-440E-ABF6-1D37B48CDA94}" presName="vert1" presStyleCnt="0"/>
      <dgm:spPr/>
    </dgm:pt>
    <dgm:pt modelId="{C58A2CF1-0363-4E19-98BF-0A92A5FF6CF6}" type="pres">
      <dgm:prSet presAssocID="{BDD18252-112B-4C63-8FE1-0AB997A27A51}" presName="thickLine" presStyleLbl="alignNode1" presStyleIdx="4" presStyleCnt="5"/>
      <dgm:spPr/>
    </dgm:pt>
    <dgm:pt modelId="{16629207-4E52-4FCE-B250-1E80A07F96E1}" type="pres">
      <dgm:prSet presAssocID="{BDD18252-112B-4C63-8FE1-0AB997A27A51}" presName="horz1" presStyleCnt="0"/>
      <dgm:spPr/>
    </dgm:pt>
    <dgm:pt modelId="{CB15AA3B-CEE5-4412-B350-D0A7710346C9}" type="pres">
      <dgm:prSet presAssocID="{BDD18252-112B-4C63-8FE1-0AB997A27A51}" presName="tx1" presStyleLbl="revTx" presStyleIdx="4" presStyleCnt="5"/>
      <dgm:spPr/>
    </dgm:pt>
    <dgm:pt modelId="{FE9573A3-D525-40B4-82C8-A03CB1D8C37F}" type="pres">
      <dgm:prSet presAssocID="{BDD18252-112B-4C63-8FE1-0AB997A27A51}" presName="vert1" presStyleCnt="0"/>
      <dgm:spPr/>
    </dgm:pt>
  </dgm:ptLst>
  <dgm:cxnLst>
    <dgm:cxn modelId="{1CB2C80E-6BC5-4A06-9459-D58ADB869EEC}" type="presOf" srcId="{B60B232F-AB5F-4A86-AA4B-8BC36CAC0797}" destId="{AE27C9D0-32C1-4A7C-B7E4-B11353A9EF50}" srcOrd="0" destOrd="0" presId="urn:microsoft.com/office/officeart/2008/layout/LinedList"/>
    <dgm:cxn modelId="{3D666812-5E83-4CC5-A0A1-D57AA8E06469}" srcId="{7C3F4D0E-8DDB-4462-9B1A-43E62158D17F}" destId="{BDD18252-112B-4C63-8FE1-0AB997A27A51}" srcOrd="4" destOrd="0" parTransId="{BC5D3C65-13CA-4948-A06E-6067EFEF4096}" sibTransId="{6CB7860B-7DE4-428B-A329-F555D92D5A27}"/>
    <dgm:cxn modelId="{4E9F7161-D758-4EAE-99AD-ADA941BB1432}" type="presOf" srcId="{ADB1270E-BC3C-4840-A03F-4C125537D7CE}" destId="{B94B384F-3917-49C8-B668-C1B8291FC490}" srcOrd="0" destOrd="0" presId="urn:microsoft.com/office/officeart/2008/layout/LinedList"/>
    <dgm:cxn modelId="{97288A8F-DF0C-4A9A-8F60-D2EB0E19A695}" type="presOf" srcId="{7D4C5C12-3C41-4C2F-B985-B2A6165AD54A}" destId="{F7BC033F-B437-437D-ABCF-CA56EC2DD275}" srcOrd="0" destOrd="0" presId="urn:microsoft.com/office/officeart/2008/layout/LinedList"/>
    <dgm:cxn modelId="{54211293-AB22-4D88-852D-4CFCA455E35C}" srcId="{7C3F4D0E-8DDB-4462-9B1A-43E62158D17F}" destId="{E052CF24-9EFA-440E-ABF6-1D37B48CDA94}" srcOrd="3" destOrd="0" parTransId="{337238D9-5CCC-4B32-8A7D-D40C395A6657}" sibTransId="{0A56A9B3-8F8C-4954-B93C-383E047EB9DA}"/>
    <dgm:cxn modelId="{B20535A4-2288-4A50-B754-04169B8FAB53}" srcId="{7C3F4D0E-8DDB-4462-9B1A-43E62158D17F}" destId="{ADB1270E-BC3C-4840-A03F-4C125537D7CE}" srcOrd="1" destOrd="0" parTransId="{025A8C6F-2B01-4652-A447-FFA9D835DC87}" sibTransId="{7A24C128-8485-4131-9404-AFDF58F61864}"/>
    <dgm:cxn modelId="{E1CCB2B1-0BD0-4BC3-BD63-30995B6063C9}" type="presOf" srcId="{E052CF24-9EFA-440E-ABF6-1D37B48CDA94}" destId="{5A0E755B-33B0-4AEB-83A4-6C10997D912E}" srcOrd="0" destOrd="0" presId="urn:microsoft.com/office/officeart/2008/layout/LinedList"/>
    <dgm:cxn modelId="{FD9C50C1-70AA-434F-BAE4-5111CA5D0732}" srcId="{7C3F4D0E-8DDB-4462-9B1A-43E62158D17F}" destId="{B60B232F-AB5F-4A86-AA4B-8BC36CAC0797}" srcOrd="0" destOrd="0" parTransId="{D1720C6A-9C3E-4385-A727-600C98993500}" sibTransId="{A0B614D9-79CB-4A0A-8A20-2C61819690EF}"/>
    <dgm:cxn modelId="{BFC947C9-3DE9-4167-AC95-42E53505B4F5}" type="presOf" srcId="{BDD18252-112B-4C63-8FE1-0AB997A27A51}" destId="{CB15AA3B-CEE5-4412-B350-D0A7710346C9}" srcOrd="0" destOrd="0" presId="urn:microsoft.com/office/officeart/2008/layout/LinedList"/>
    <dgm:cxn modelId="{71B60ED4-AB60-4DD4-8D37-9A780B19C03A}" type="presOf" srcId="{7C3F4D0E-8DDB-4462-9B1A-43E62158D17F}" destId="{415A2396-743E-41A3-AB85-B05ECF4D3773}" srcOrd="0" destOrd="0" presId="urn:microsoft.com/office/officeart/2008/layout/LinedList"/>
    <dgm:cxn modelId="{68290EE6-FBF7-4A6F-B62D-FBE4611B5F59}" srcId="{7C3F4D0E-8DDB-4462-9B1A-43E62158D17F}" destId="{7D4C5C12-3C41-4C2F-B985-B2A6165AD54A}" srcOrd="2" destOrd="0" parTransId="{A1FB07ED-41C0-4A0A-9649-631F8271AAA0}" sibTransId="{FA713B79-0C29-4765-832A-C5A3CE44F4DA}"/>
    <dgm:cxn modelId="{CE1ED0E0-5C69-46F7-B28C-D8138CDDE9E4}" type="presParOf" srcId="{415A2396-743E-41A3-AB85-B05ECF4D3773}" destId="{312997BD-1BE6-43AE-8BB1-C3E54F2E641F}" srcOrd="0" destOrd="0" presId="urn:microsoft.com/office/officeart/2008/layout/LinedList"/>
    <dgm:cxn modelId="{53EEFE59-35E5-48AC-AA1D-18947EEB8A1A}" type="presParOf" srcId="{415A2396-743E-41A3-AB85-B05ECF4D3773}" destId="{801D1E8E-4AAC-479A-8424-55ED3BC9395C}" srcOrd="1" destOrd="0" presId="urn:microsoft.com/office/officeart/2008/layout/LinedList"/>
    <dgm:cxn modelId="{8405777E-2EF0-4CCC-A1C1-726234086B91}" type="presParOf" srcId="{801D1E8E-4AAC-479A-8424-55ED3BC9395C}" destId="{AE27C9D0-32C1-4A7C-B7E4-B11353A9EF50}" srcOrd="0" destOrd="0" presId="urn:microsoft.com/office/officeart/2008/layout/LinedList"/>
    <dgm:cxn modelId="{E1B480D4-2D7F-45F7-BB61-C911925762C4}" type="presParOf" srcId="{801D1E8E-4AAC-479A-8424-55ED3BC9395C}" destId="{A704E3BD-0DE3-4967-9982-B320F9EBA401}" srcOrd="1" destOrd="0" presId="urn:microsoft.com/office/officeart/2008/layout/LinedList"/>
    <dgm:cxn modelId="{190DA342-EF4C-464A-A0EC-2670766D4891}" type="presParOf" srcId="{415A2396-743E-41A3-AB85-B05ECF4D3773}" destId="{4D27EF24-269D-4710-B3EC-164B4147F856}" srcOrd="2" destOrd="0" presId="urn:microsoft.com/office/officeart/2008/layout/LinedList"/>
    <dgm:cxn modelId="{2CBC152E-17CC-40A9-B1F2-E6C04F2A9E75}" type="presParOf" srcId="{415A2396-743E-41A3-AB85-B05ECF4D3773}" destId="{F7FD00CD-0ED3-4AEF-B512-C1C5305A8BA6}" srcOrd="3" destOrd="0" presId="urn:microsoft.com/office/officeart/2008/layout/LinedList"/>
    <dgm:cxn modelId="{9757B9A0-D30F-4A03-9B84-75810D1976FF}" type="presParOf" srcId="{F7FD00CD-0ED3-4AEF-B512-C1C5305A8BA6}" destId="{B94B384F-3917-49C8-B668-C1B8291FC490}" srcOrd="0" destOrd="0" presId="urn:microsoft.com/office/officeart/2008/layout/LinedList"/>
    <dgm:cxn modelId="{7224C04C-8566-4C6E-A286-7C6ED6552534}" type="presParOf" srcId="{F7FD00CD-0ED3-4AEF-B512-C1C5305A8BA6}" destId="{8F6EF58F-55E2-41CC-A314-37F7B86044FB}" srcOrd="1" destOrd="0" presId="urn:microsoft.com/office/officeart/2008/layout/LinedList"/>
    <dgm:cxn modelId="{A47391F0-6F3E-4242-946A-99A1E62DA37B}" type="presParOf" srcId="{415A2396-743E-41A3-AB85-B05ECF4D3773}" destId="{D484AF4C-A70F-4D26-8755-B761A0B2A248}" srcOrd="4" destOrd="0" presId="urn:microsoft.com/office/officeart/2008/layout/LinedList"/>
    <dgm:cxn modelId="{AC2C5304-E896-4DB5-AE9E-797BA2591254}" type="presParOf" srcId="{415A2396-743E-41A3-AB85-B05ECF4D3773}" destId="{693A24E8-E1D3-4771-A7F1-2AD0540F16D4}" srcOrd="5" destOrd="0" presId="urn:microsoft.com/office/officeart/2008/layout/LinedList"/>
    <dgm:cxn modelId="{8441C98D-3C75-409F-B966-EC6C8407C408}" type="presParOf" srcId="{693A24E8-E1D3-4771-A7F1-2AD0540F16D4}" destId="{F7BC033F-B437-437D-ABCF-CA56EC2DD275}" srcOrd="0" destOrd="0" presId="urn:microsoft.com/office/officeart/2008/layout/LinedList"/>
    <dgm:cxn modelId="{C9ACD56D-13EE-400C-A76B-244779DD9F2C}" type="presParOf" srcId="{693A24E8-E1D3-4771-A7F1-2AD0540F16D4}" destId="{211F30C9-7041-4EF3-955B-D120AE82D597}" srcOrd="1" destOrd="0" presId="urn:microsoft.com/office/officeart/2008/layout/LinedList"/>
    <dgm:cxn modelId="{805942A9-3604-4321-AF62-DD5B070358EE}" type="presParOf" srcId="{415A2396-743E-41A3-AB85-B05ECF4D3773}" destId="{287151A3-D675-49E6-8F7E-8C79421F85D6}" srcOrd="6" destOrd="0" presId="urn:microsoft.com/office/officeart/2008/layout/LinedList"/>
    <dgm:cxn modelId="{AAA83829-1791-4C82-A7C9-80644EC5136D}" type="presParOf" srcId="{415A2396-743E-41A3-AB85-B05ECF4D3773}" destId="{D8F2BC0C-17A7-496D-AB0C-A3DE95AE6113}" srcOrd="7" destOrd="0" presId="urn:microsoft.com/office/officeart/2008/layout/LinedList"/>
    <dgm:cxn modelId="{B1AC02F0-1BB2-4516-A8ED-FCB20E10F08D}" type="presParOf" srcId="{D8F2BC0C-17A7-496D-AB0C-A3DE95AE6113}" destId="{5A0E755B-33B0-4AEB-83A4-6C10997D912E}" srcOrd="0" destOrd="0" presId="urn:microsoft.com/office/officeart/2008/layout/LinedList"/>
    <dgm:cxn modelId="{73190DA5-C3AF-4123-9057-F0C2AB293F95}" type="presParOf" srcId="{D8F2BC0C-17A7-496D-AB0C-A3DE95AE6113}" destId="{0F838E73-9894-4DC0-A9C5-A3F148AF2CEE}" srcOrd="1" destOrd="0" presId="urn:microsoft.com/office/officeart/2008/layout/LinedList"/>
    <dgm:cxn modelId="{99F5E981-E366-4202-892B-3B2210347FA2}" type="presParOf" srcId="{415A2396-743E-41A3-AB85-B05ECF4D3773}" destId="{C58A2CF1-0363-4E19-98BF-0A92A5FF6CF6}" srcOrd="8" destOrd="0" presId="urn:microsoft.com/office/officeart/2008/layout/LinedList"/>
    <dgm:cxn modelId="{7A0B649C-22A1-44ED-8BED-19D227F07345}" type="presParOf" srcId="{415A2396-743E-41A3-AB85-B05ECF4D3773}" destId="{16629207-4E52-4FCE-B250-1E80A07F96E1}" srcOrd="9" destOrd="0" presId="urn:microsoft.com/office/officeart/2008/layout/LinedList"/>
    <dgm:cxn modelId="{9E6A8EB7-D3EC-4E02-A193-F5D4C9A115E3}" type="presParOf" srcId="{16629207-4E52-4FCE-B250-1E80A07F96E1}" destId="{CB15AA3B-CEE5-4412-B350-D0A7710346C9}" srcOrd="0" destOrd="0" presId="urn:microsoft.com/office/officeart/2008/layout/LinedList"/>
    <dgm:cxn modelId="{1999335A-3C89-4DDF-B8F6-1F9FF7B43A73}" type="presParOf" srcId="{16629207-4E52-4FCE-B250-1E80A07F96E1}" destId="{FE9573A3-D525-40B4-82C8-A03CB1D8C3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452DB1-261A-4E36-86EB-84FE0A0EBDA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56B1321-40FD-46CF-9494-C956371E90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Noria runs on one or more multicore servers that communicate with each other using RPCs</a:t>
          </a:r>
        </a:p>
      </dgm:t>
    </dgm:pt>
    <dgm:pt modelId="{9FCEE117-3233-4260-BBEB-7C3B594518C4}" type="parTrans" cxnId="{700155C5-A01C-454E-9D55-30E7D66D23E7}">
      <dgm:prSet/>
      <dgm:spPr/>
      <dgm:t>
        <a:bodyPr/>
        <a:lstStyle/>
        <a:p>
          <a:endParaRPr lang="en-US"/>
        </a:p>
      </dgm:t>
    </dgm:pt>
    <dgm:pt modelId="{C4752449-578E-48AE-83FB-012AB616195A}" type="sibTrans" cxnId="{700155C5-A01C-454E-9D55-30E7D66D23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B419AE-338D-4526-9C8C-D726D30354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Noria stores both base tables and derived views </a:t>
          </a:r>
        </a:p>
      </dgm:t>
    </dgm:pt>
    <dgm:pt modelId="{B2B95C9D-CD59-424C-BD62-E8129FB1580D}" type="parTrans" cxnId="{D6AF4F67-C13A-4F6A-82D0-AFD2803F1733}">
      <dgm:prSet/>
      <dgm:spPr/>
      <dgm:t>
        <a:bodyPr/>
        <a:lstStyle/>
        <a:p>
          <a:endParaRPr lang="en-US"/>
        </a:p>
      </dgm:t>
    </dgm:pt>
    <dgm:pt modelId="{0C815BAB-FC3C-4CF6-966A-0FD1A418798C}" type="sibTrans" cxnId="{D6AF4F67-C13A-4F6A-82D0-AFD2803F173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231C33-8EE7-42EE-A9BD-7CBCE0D859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Base tables are stored persistently either on one server or </a:t>
          </a:r>
          <a:r>
            <a:rPr lang="en-US" dirty="0" err="1"/>
            <a:t>sharded</a:t>
          </a:r>
          <a:r>
            <a:rPr lang="en-US" dirty="0"/>
            <a:t> across multiple servers</a:t>
          </a:r>
        </a:p>
      </dgm:t>
    </dgm:pt>
    <dgm:pt modelId="{00EC812E-F556-4F57-A41A-C74F9A970AA9}" type="parTrans" cxnId="{9C47DDEB-D0D3-4EA2-8BEE-B5FAC7421953}">
      <dgm:prSet/>
      <dgm:spPr/>
      <dgm:t>
        <a:bodyPr/>
        <a:lstStyle/>
        <a:p>
          <a:endParaRPr lang="en-US"/>
        </a:p>
      </dgm:t>
    </dgm:pt>
    <dgm:pt modelId="{8F4549DC-B069-4CE8-9497-0865E69AEC57}" type="sibTrans" cxnId="{9C47DDEB-D0D3-4EA2-8BEE-B5FAC742195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85DC16-ABF9-457A-B3FE-B8C7E6B6D4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Views are stored on server memory </a:t>
          </a:r>
        </a:p>
      </dgm:t>
    </dgm:pt>
    <dgm:pt modelId="{E5620589-B51C-44FE-997C-F1CB47D184BE}" type="parTrans" cxnId="{39B7AD6D-26DC-489C-913D-C88AD48F4A02}">
      <dgm:prSet/>
      <dgm:spPr/>
      <dgm:t>
        <a:bodyPr/>
        <a:lstStyle/>
        <a:p>
          <a:endParaRPr lang="en-US"/>
        </a:p>
      </dgm:t>
    </dgm:pt>
    <dgm:pt modelId="{4BEE80BD-5C17-46BD-8ED0-BD19A8D70CE1}" type="sibTrans" cxnId="{39B7AD6D-26DC-489C-913D-C88AD48F4A0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C9AFA4-5DF9-46BA-B162-DCD0160B3C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has two interfaces </a:t>
          </a:r>
          <a:r>
            <a:rPr lang="en-US">
              <a:latin typeface="Tw Cen MT Condensed" panose="020B0606020104020203"/>
            </a:rPr>
            <a:t>SQL</a:t>
          </a:r>
          <a:r>
            <a:rPr lang="en-US" dirty="0"/>
            <a:t> query-based interface and a programming interface</a:t>
          </a:r>
        </a:p>
      </dgm:t>
    </dgm:pt>
    <dgm:pt modelId="{B21706BE-E36D-4DC4-8946-045F30AF0D61}" type="parTrans" cxnId="{4969C495-0B54-4AEF-86AE-457945A3439B}">
      <dgm:prSet/>
      <dgm:spPr/>
      <dgm:t>
        <a:bodyPr/>
        <a:lstStyle/>
        <a:p>
          <a:endParaRPr lang="en-US"/>
        </a:p>
      </dgm:t>
    </dgm:pt>
    <dgm:pt modelId="{6A2FFD7E-2709-44E4-AB06-988CD48236D4}" type="sibTrans" cxnId="{4969C495-0B54-4AEF-86AE-457945A343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D4CCC13-A18A-4751-9AD6-C04B2F66DD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Eventually consistent</a:t>
          </a:r>
        </a:p>
      </dgm:t>
    </dgm:pt>
    <dgm:pt modelId="{9CF83BCA-08D0-4BAC-A632-D1DC636AF5B2}" type="parTrans" cxnId="{087EDB6D-49A6-4C73-8C40-C6F4DC7E7A25}">
      <dgm:prSet/>
      <dgm:spPr/>
      <dgm:t>
        <a:bodyPr/>
        <a:lstStyle/>
        <a:p>
          <a:endParaRPr lang="en-US"/>
        </a:p>
      </dgm:t>
    </dgm:pt>
    <dgm:pt modelId="{5FF89C7C-E934-4081-8E60-47469F0CF77F}" type="sibTrans" cxnId="{087EDB6D-49A6-4C73-8C40-C6F4DC7E7A25}">
      <dgm:prSet/>
      <dgm:spPr/>
      <dgm:t>
        <a:bodyPr/>
        <a:lstStyle/>
        <a:p>
          <a:endParaRPr lang="en-US"/>
        </a:p>
      </dgm:t>
    </dgm:pt>
    <dgm:pt modelId="{4806D541-8568-4722-811F-57E3F0C62A60}" type="pres">
      <dgm:prSet presAssocID="{FA452DB1-261A-4E36-86EB-84FE0A0EBDAB}" presName="root" presStyleCnt="0">
        <dgm:presLayoutVars>
          <dgm:dir/>
          <dgm:resizeHandles val="exact"/>
        </dgm:presLayoutVars>
      </dgm:prSet>
      <dgm:spPr/>
    </dgm:pt>
    <dgm:pt modelId="{F04BFD47-A71A-4303-8B87-A073D851BD24}" type="pres">
      <dgm:prSet presAssocID="{FA452DB1-261A-4E36-86EB-84FE0A0EBDAB}" presName="container" presStyleCnt="0">
        <dgm:presLayoutVars>
          <dgm:dir/>
          <dgm:resizeHandles val="exact"/>
        </dgm:presLayoutVars>
      </dgm:prSet>
      <dgm:spPr/>
    </dgm:pt>
    <dgm:pt modelId="{6865FEBF-04D1-4124-9773-2914DB2BAC6C}" type="pres">
      <dgm:prSet presAssocID="{F56B1321-40FD-46CF-9494-C956371E9067}" presName="compNode" presStyleCnt="0"/>
      <dgm:spPr/>
    </dgm:pt>
    <dgm:pt modelId="{EF6E3030-8981-47B6-81FA-0089598F1BE2}" type="pres">
      <dgm:prSet presAssocID="{F56B1321-40FD-46CF-9494-C956371E9067}" presName="iconBgRect" presStyleLbl="bgShp" presStyleIdx="0" presStyleCnt="6"/>
      <dgm:spPr/>
    </dgm:pt>
    <dgm:pt modelId="{EF8E2E35-702D-466D-9A09-946B87215F04}" type="pres">
      <dgm:prSet presAssocID="{F56B1321-40FD-46CF-9494-C956371E906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3F31FC62-5F96-4384-BEFD-53481C82B70B}" type="pres">
      <dgm:prSet presAssocID="{F56B1321-40FD-46CF-9494-C956371E9067}" presName="spaceRect" presStyleCnt="0"/>
      <dgm:spPr/>
    </dgm:pt>
    <dgm:pt modelId="{F2CEC8AE-C135-4BC5-81E5-B2B495581CFB}" type="pres">
      <dgm:prSet presAssocID="{F56B1321-40FD-46CF-9494-C956371E9067}" presName="textRect" presStyleLbl="revTx" presStyleIdx="0" presStyleCnt="6">
        <dgm:presLayoutVars>
          <dgm:chMax val="1"/>
          <dgm:chPref val="1"/>
        </dgm:presLayoutVars>
      </dgm:prSet>
      <dgm:spPr/>
    </dgm:pt>
    <dgm:pt modelId="{25F75F7C-EB13-4B64-AE0E-3B2FD79ECB4D}" type="pres">
      <dgm:prSet presAssocID="{C4752449-578E-48AE-83FB-012AB616195A}" presName="sibTrans" presStyleLbl="sibTrans2D1" presStyleIdx="0" presStyleCnt="0"/>
      <dgm:spPr/>
    </dgm:pt>
    <dgm:pt modelId="{4CA793D1-0542-437A-A1B6-D631ACAA07E0}" type="pres">
      <dgm:prSet presAssocID="{EEB419AE-338D-4526-9C8C-D726D30354B7}" presName="compNode" presStyleCnt="0"/>
      <dgm:spPr/>
    </dgm:pt>
    <dgm:pt modelId="{05E9F16B-9CBF-4D74-9FC7-F2498B167FF6}" type="pres">
      <dgm:prSet presAssocID="{EEB419AE-338D-4526-9C8C-D726D30354B7}" presName="iconBgRect" presStyleLbl="bgShp" presStyleIdx="1" presStyleCnt="6"/>
      <dgm:spPr/>
    </dgm:pt>
    <dgm:pt modelId="{AD34B7CC-5C3F-44BB-A3F6-8AB9382BC1BB}" type="pres">
      <dgm:prSet presAssocID="{EEB419AE-338D-4526-9C8C-D726D30354B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71908AF-F42C-4062-8583-F3492CBE94D7}" type="pres">
      <dgm:prSet presAssocID="{EEB419AE-338D-4526-9C8C-D726D30354B7}" presName="spaceRect" presStyleCnt="0"/>
      <dgm:spPr/>
    </dgm:pt>
    <dgm:pt modelId="{BC07DFFB-E012-482B-9FDA-0957B740B0CE}" type="pres">
      <dgm:prSet presAssocID="{EEB419AE-338D-4526-9C8C-D726D30354B7}" presName="textRect" presStyleLbl="revTx" presStyleIdx="1" presStyleCnt="6">
        <dgm:presLayoutVars>
          <dgm:chMax val="1"/>
          <dgm:chPref val="1"/>
        </dgm:presLayoutVars>
      </dgm:prSet>
      <dgm:spPr/>
    </dgm:pt>
    <dgm:pt modelId="{12FC0513-B042-4870-9D76-3F6533218C35}" type="pres">
      <dgm:prSet presAssocID="{0C815BAB-FC3C-4CF6-966A-0FD1A418798C}" presName="sibTrans" presStyleLbl="sibTrans2D1" presStyleIdx="0" presStyleCnt="0"/>
      <dgm:spPr/>
    </dgm:pt>
    <dgm:pt modelId="{0ADCA499-DDE4-4C05-88FA-01A0CC30ECB2}" type="pres">
      <dgm:prSet presAssocID="{57231C33-8EE7-42EE-A9BD-7CBCE0D8598A}" presName="compNode" presStyleCnt="0"/>
      <dgm:spPr/>
    </dgm:pt>
    <dgm:pt modelId="{03460B5D-641B-40E4-8194-85432A2AF793}" type="pres">
      <dgm:prSet presAssocID="{57231C33-8EE7-42EE-A9BD-7CBCE0D8598A}" presName="iconBgRect" presStyleLbl="bgShp" presStyleIdx="2" presStyleCnt="6"/>
      <dgm:spPr/>
    </dgm:pt>
    <dgm:pt modelId="{472D18C7-D3E4-4CFF-B4C4-43C03F409B9B}" type="pres">
      <dgm:prSet presAssocID="{57231C33-8EE7-42EE-A9BD-7CBCE0D8598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4BAA185-FCC9-4B3C-85AB-4CE7EE91EB0E}" type="pres">
      <dgm:prSet presAssocID="{57231C33-8EE7-42EE-A9BD-7CBCE0D8598A}" presName="spaceRect" presStyleCnt="0"/>
      <dgm:spPr/>
    </dgm:pt>
    <dgm:pt modelId="{15FBA640-5DF1-46C3-808F-50F1202B7C9C}" type="pres">
      <dgm:prSet presAssocID="{57231C33-8EE7-42EE-A9BD-7CBCE0D8598A}" presName="textRect" presStyleLbl="revTx" presStyleIdx="2" presStyleCnt="6">
        <dgm:presLayoutVars>
          <dgm:chMax val="1"/>
          <dgm:chPref val="1"/>
        </dgm:presLayoutVars>
      </dgm:prSet>
      <dgm:spPr/>
    </dgm:pt>
    <dgm:pt modelId="{0C769567-BEA5-46F3-9EAA-C8E2D5F6F708}" type="pres">
      <dgm:prSet presAssocID="{8F4549DC-B069-4CE8-9497-0865E69AEC57}" presName="sibTrans" presStyleLbl="sibTrans2D1" presStyleIdx="0" presStyleCnt="0"/>
      <dgm:spPr/>
    </dgm:pt>
    <dgm:pt modelId="{175114DC-04CE-41E7-9022-F2B0347E341F}" type="pres">
      <dgm:prSet presAssocID="{4185DC16-ABF9-457A-B3FE-B8C7E6B6D42F}" presName="compNode" presStyleCnt="0"/>
      <dgm:spPr/>
    </dgm:pt>
    <dgm:pt modelId="{D3453B9C-1BE2-437C-A431-4BE83A260A8D}" type="pres">
      <dgm:prSet presAssocID="{4185DC16-ABF9-457A-B3FE-B8C7E6B6D42F}" presName="iconBgRect" presStyleLbl="bgShp" presStyleIdx="3" presStyleCnt="6"/>
      <dgm:spPr/>
    </dgm:pt>
    <dgm:pt modelId="{83A4DA1D-9E0A-4C91-AC56-70410B84BF90}" type="pres">
      <dgm:prSet presAssocID="{4185DC16-ABF9-457A-B3FE-B8C7E6B6D42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A29E431A-8669-4F9E-B00D-DAA05AF83AD1}" type="pres">
      <dgm:prSet presAssocID="{4185DC16-ABF9-457A-B3FE-B8C7E6B6D42F}" presName="spaceRect" presStyleCnt="0"/>
      <dgm:spPr/>
    </dgm:pt>
    <dgm:pt modelId="{D7C51928-D5CF-4219-9543-FF31B7BC6BB0}" type="pres">
      <dgm:prSet presAssocID="{4185DC16-ABF9-457A-B3FE-B8C7E6B6D42F}" presName="textRect" presStyleLbl="revTx" presStyleIdx="3" presStyleCnt="6">
        <dgm:presLayoutVars>
          <dgm:chMax val="1"/>
          <dgm:chPref val="1"/>
        </dgm:presLayoutVars>
      </dgm:prSet>
      <dgm:spPr/>
    </dgm:pt>
    <dgm:pt modelId="{AB5AEB23-EF79-42F7-A5E9-655EF781DBC6}" type="pres">
      <dgm:prSet presAssocID="{4BEE80BD-5C17-46BD-8ED0-BD19A8D70CE1}" presName="sibTrans" presStyleLbl="sibTrans2D1" presStyleIdx="0" presStyleCnt="0"/>
      <dgm:spPr/>
    </dgm:pt>
    <dgm:pt modelId="{155B4A9B-AA64-40DF-B414-815A525ADF3C}" type="pres">
      <dgm:prSet presAssocID="{94C9AFA4-5DF9-46BA-B162-DCD0160B3C64}" presName="compNode" presStyleCnt="0"/>
      <dgm:spPr/>
    </dgm:pt>
    <dgm:pt modelId="{B6231B62-27F7-4AC0-ABEE-3D88E4DCBAAE}" type="pres">
      <dgm:prSet presAssocID="{94C9AFA4-5DF9-46BA-B162-DCD0160B3C64}" presName="iconBgRect" presStyleLbl="bgShp" presStyleIdx="4" presStyleCnt="6"/>
      <dgm:spPr/>
    </dgm:pt>
    <dgm:pt modelId="{9CC8E2AE-9506-4456-8EAD-4EFB6BC3537A}" type="pres">
      <dgm:prSet presAssocID="{94C9AFA4-5DF9-46BA-B162-DCD0160B3C6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180845E-DE32-4438-A5AC-B589165D9BDE}" type="pres">
      <dgm:prSet presAssocID="{94C9AFA4-5DF9-46BA-B162-DCD0160B3C64}" presName="spaceRect" presStyleCnt="0"/>
      <dgm:spPr/>
    </dgm:pt>
    <dgm:pt modelId="{2C77904D-580A-45EF-A4EF-5ABD82D6B94B}" type="pres">
      <dgm:prSet presAssocID="{94C9AFA4-5DF9-46BA-B162-DCD0160B3C64}" presName="textRect" presStyleLbl="revTx" presStyleIdx="4" presStyleCnt="6">
        <dgm:presLayoutVars>
          <dgm:chMax val="1"/>
          <dgm:chPref val="1"/>
        </dgm:presLayoutVars>
      </dgm:prSet>
      <dgm:spPr/>
    </dgm:pt>
    <dgm:pt modelId="{03E4C95B-97A5-443F-B437-E5B87495E28A}" type="pres">
      <dgm:prSet presAssocID="{6A2FFD7E-2709-44E4-AB06-988CD48236D4}" presName="sibTrans" presStyleLbl="sibTrans2D1" presStyleIdx="0" presStyleCnt="0"/>
      <dgm:spPr/>
    </dgm:pt>
    <dgm:pt modelId="{2F8543F4-6912-4A01-8EDF-97771E2ADE50}" type="pres">
      <dgm:prSet presAssocID="{1D4CCC13-A18A-4751-9AD6-C04B2F66DD2F}" presName="compNode" presStyleCnt="0"/>
      <dgm:spPr/>
    </dgm:pt>
    <dgm:pt modelId="{DA2B799E-1584-4C26-B081-BBD3AAFF1847}" type="pres">
      <dgm:prSet presAssocID="{1D4CCC13-A18A-4751-9AD6-C04B2F66DD2F}" presName="iconBgRect" presStyleLbl="bgShp" presStyleIdx="5" presStyleCnt="6"/>
      <dgm:spPr/>
    </dgm:pt>
    <dgm:pt modelId="{47AEA79C-756B-40B1-A989-776F3ACD693E}" type="pres">
      <dgm:prSet presAssocID="{1D4CCC13-A18A-4751-9AD6-C04B2F66DD2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"/>
        </a:ext>
      </dgm:extLst>
    </dgm:pt>
    <dgm:pt modelId="{35BB27ED-CFC4-459F-BF4A-2C7A884197BB}" type="pres">
      <dgm:prSet presAssocID="{1D4CCC13-A18A-4751-9AD6-C04B2F66DD2F}" presName="spaceRect" presStyleCnt="0"/>
      <dgm:spPr/>
    </dgm:pt>
    <dgm:pt modelId="{1E869BAE-7464-4132-B241-C742CEE07170}" type="pres">
      <dgm:prSet presAssocID="{1D4CCC13-A18A-4751-9AD6-C04B2F66DD2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F22A00C-7E9F-4F0B-8FB4-F168A4966B22}" type="presOf" srcId="{1D4CCC13-A18A-4751-9AD6-C04B2F66DD2F}" destId="{1E869BAE-7464-4132-B241-C742CEE07170}" srcOrd="0" destOrd="0" presId="urn:microsoft.com/office/officeart/2018/2/layout/IconCircleList"/>
    <dgm:cxn modelId="{7CBCFD24-1186-4E8D-8EE1-284890AD04D8}" type="presOf" srcId="{6A2FFD7E-2709-44E4-AB06-988CD48236D4}" destId="{03E4C95B-97A5-443F-B437-E5B87495E28A}" srcOrd="0" destOrd="0" presId="urn:microsoft.com/office/officeart/2018/2/layout/IconCircleList"/>
    <dgm:cxn modelId="{BF4B6030-040D-4DBF-8C1E-5B59940399B9}" type="presOf" srcId="{0C815BAB-FC3C-4CF6-966A-0FD1A418798C}" destId="{12FC0513-B042-4870-9D76-3F6533218C35}" srcOrd="0" destOrd="0" presId="urn:microsoft.com/office/officeart/2018/2/layout/IconCircleList"/>
    <dgm:cxn modelId="{D6AF4F67-C13A-4F6A-82D0-AFD2803F1733}" srcId="{FA452DB1-261A-4E36-86EB-84FE0A0EBDAB}" destId="{EEB419AE-338D-4526-9C8C-D726D30354B7}" srcOrd="1" destOrd="0" parTransId="{B2B95C9D-CD59-424C-BD62-E8129FB1580D}" sibTransId="{0C815BAB-FC3C-4CF6-966A-0FD1A418798C}"/>
    <dgm:cxn modelId="{39B7AD6D-26DC-489C-913D-C88AD48F4A02}" srcId="{FA452DB1-261A-4E36-86EB-84FE0A0EBDAB}" destId="{4185DC16-ABF9-457A-B3FE-B8C7E6B6D42F}" srcOrd="3" destOrd="0" parTransId="{E5620589-B51C-44FE-997C-F1CB47D184BE}" sibTransId="{4BEE80BD-5C17-46BD-8ED0-BD19A8D70CE1}"/>
    <dgm:cxn modelId="{CD14B34D-0F00-4757-8645-7CE9B55CC42F}" type="presOf" srcId="{57231C33-8EE7-42EE-A9BD-7CBCE0D8598A}" destId="{15FBA640-5DF1-46C3-808F-50F1202B7C9C}" srcOrd="0" destOrd="0" presId="urn:microsoft.com/office/officeart/2018/2/layout/IconCircleList"/>
    <dgm:cxn modelId="{087EDB6D-49A6-4C73-8C40-C6F4DC7E7A25}" srcId="{FA452DB1-261A-4E36-86EB-84FE0A0EBDAB}" destId="{1D4CCC13-A18A-4751-9AD6-C04B2F66DD2F}" srcOrd="5" destOrd="0" parTransId="{9CF83BCA-08D0-4BAC-A632-D1DC636AF5B2}" sibTransId="{5FF89C7C-E934-4081-8E60-47469F0CF77F}"/>
    <dgm:cxn modelId="{21745571-A504-40FF-AF3A-EA71BBD54742}" type="presOf" srcId="{FA452DB1-261A-4E36-86EB-84FE0A0EBDAB}" destId="{4806D541-8568-4722-811F-57E3F0C62A60}" srcOrd="0" destOrd="0" presId="urn:microsoft.com/office/officeart/2018/2/layout/IconCircleList"/>
    <dgm:cxn modelId="{7742115A-5D38-43AC-8729-78F9D29CABC4}" type="presOf" srcId="{4BEE80BD-5C17-46BD-8ED0-BD19A8D70CE1}" destId="{AB5AEB23-EF79-42F7-A5E9-655EF781DBC6}" srcOrd="0" destOrd="0" presId="urn:microsoft.com/office/officeart/2018/2/layout/IconCircleList"/>
    <dgm:cxn modelId="{95617D8F-D48D-49E6-BE54-AFA8A0346457}" type="presOf" srcId="{EEB419AE-338D-4526-9C8C-D726D30354B7}" destId="{BC07DFFB-E012-482B-9FDA-0957B740B0CE}" srcOrd="0" destOrd="0" presId="urn:microsoft.com/office/officeart/2018/2/layout/IconCircleList"/>
    <dgm:cxn modelId="{4969C495-0B54-4AEF-86AE-457945A3439B}" srcId="{FA452DB1-261A-4E36-86EB-84FE0A0EBDAB}" destId="{94C9AFA4-5DF9-46BA-B162-DCD0160B3C64}" srcOrd="4" destOrd="0" parTransId="{B21706BE-E36D-4DC4-8946-045F30AF0D61}" sibTransId="{6A2FFD7E-2709-44E4-AB06-988CD48236D4}"/>
    <dgm:cxn modelId="{8BCAC49A-F90C-43CD-B40B-82B114E54F06}" type="presOf" srcId="{F56B1321-40FD-46CF-9494-C956371E9067}" destId="{F2CEC8AE-C135-4BC5-81E5-B2B495581CFB}" srcOrd="0" destOrd="0" presId="urn:microsoft.com/office/officeart/2018/2/layout/IconCircleList"/>
    <dgm:cxn modelId="{850001A9-2357-4981-9C94-3AE3018D4BD9}" type="presOf" srcId="{4185DC16-ABF9-457A-B3FE-B8C7E6B6D42F}" destId="{D7C51928-D5CF-4219-9543-FF31B7BC6BB0}" srcOrd="0" destOrd="0" presId="urn:microsoft.com/office/officeart/2018/2/layout/IconCircleList"/>
    <dgm:cxn modelId="{700155C5-A01C-454E-9D55-30E7D66D23E7}" srcId="{FA452DB1-261A-4E36-86EB-84FE0A0EBDAB}" destId="{F56B1321-40FD-46CF-9494-C956371E9067}" srcOrd="0" destOrd="0" parTransId="{9FCEE117-3233-4260-BBEB-7C3B594518C4}" sibTransId="{C4752449-578E-48AE-83FB-012AB616195A}"/>
    <dgm:cxn modelId="{E14665D4-FF99-4FDA-85BE-D9F35308541B}" type="presOf" srcId="{C4752449-578E-48AE-83FB-012AB616195A}" destId="{25F75F7C-EB13-4B64-AE0E-3B2FD79ECB4D}" srcOrd="0" destOrd="0" presId="urn:microsoft.com/office/officeart/2018/2/layout/IconCircleList"/>
    <dgm:cxn modelId="{E06FA9E5-6A21-4EA1-AE83-4C042F983F3C}" type="presOf" srcId="{94C9AFA4-5DF9-46BA-B162-DCD0160B3C64}" destId="{2C77904D-580A-45EF-A4EF-5ABD82D6B94B}" srcOrd="0" destOrd="0" presId="urn:microsoft.com/office/officeart/2018/2/layout/IconCircleList"/>
    <dgm:cxn modelId="{C98DACE7-2CCB-458E-BC76-0CCD633BC7FD}" type="presOf" srcId="{8F4549DC-B069-4CE8-9497-0865E69AEC57}" destId="{0C769567-BEA5-46F3-9EAA-C8E2D5F6F708}" srcOrd="0" destOrd="0" presId="urn:microsoft.com/office/officeart/2018/2/layout/IconCircleList"/>
    <dgm:cxn modelId="{9C47DDEB-D0D3-4EA2-8BEE-B5FAC7421953}" srcId="{FA452DB1-261A-4E36-86EB-84FE0A0EBDAB}" destId="{57231C33-8EE7-42EE-A9BD-7CBCE0D8598A}" srcOrd="2" destOrd="0" parTransId="{00EC812E-F556-4F57-A41A-C74F9A970AA9}" sibTransId="{8F4549DC-B069-4CE8-9497-0865E69AEC57}"/>
    <dgm:cxn modelId="{8D73B77C-6296-48FA-8C8E-F191B1E2EBD1}" type="presParOf" srcId="{4806D541-8568-4722-811F-57E3F0C62A60}" destId="{F04BFD47-A71A-4303-8B87-A073D851BD24}" srcOrd="0" destOrd="0" presId="urn:microsoft.com/office/officeart/2018/2/layout/IconCircleList"/>
    <dgm:cxn modelId="{58A3E627-2D7C-44F7-B312-A95AA48AEBF8}" type="presParOf" srcId="{F04BFD47-A71A-4303-8B87-A073D851BD24}" destId="{6865FEBF-04D1-4124-9773-2914DB2BAC6C}" srcOrd="0" destOrd="0" presId="urn:microsoft.com/office/officeart/2018/2/layout/IconCircleList"/>
    <dgm:cxn modelId="{B3580694-20C9-40BC-91B1-7C5D1482F453}" type="presParOf" srcId="{6865FEBF-04D1-4124-9773-2914DB2BAC6C}" destId="{EF6E3030-8981-47B6-81FA-0089598F1BE2}" srcOrd="0" destOrd="0" presId="urn:microsoft.com/office/officeart/2018/2/layout/IconCircleList"/>
    <dgm:cxn modelId="{AACED1D6-13B7-4BEE-8AF1-744EF12DE4F3}" type="presParOf" srcId="{6865FEBF-04D1-4124-9773-2914DB2BAC6C}" destId="{EF8E2E35-702D-466D-9A09-946B87215F04}" srcOrd="1" destOrd="0" presId="urn:microsoft.com/office/officeart/2018/2/layout/IconCircleList"/>
    <dgm:cxn modelId="{9FAF1641-68E8-4731-B425-FC33C745D24E}" type="presParOf" srcId="{6865FEBF-04D1-4124-9773-2914DB2BAC6C}" destId="{3F31FC62-5F96-4384-BEFD-53481C82B70B}" srcOrd="2" destOrd="0" presId="urn:microsoft.com/office/officeart/2018/2/layout/IconCircleList"/>
    <dgm:cxn modelId="{4E24D310-85A9-4976-8434-C44F2CC174D8}" type="presParOf" srcId="{6865FEBF-04D1-4124-9773-2914DB2BAC6C}" destId="{F2CEC8AE-C135-4BC5-81E5-B2B495581CFB}" srcOrd="3" destOrd="0" presId="urn:microsoft.com/office/officeart/2018/2/layout/IconCircleList"/>
    <dgm:cxn modelId="{0181D6B5-8274-4E2B-BE6D-E18620B205FD}" type="presParOf" srcId="{F04BFD47-A71A-4303-8B87-A073D851BD24}" destId="{25F75F7C-EB13-4B64-AE0E-3B2FD79ECB4D}" srcOrd="1" destOrd="0" presId="urn:microsoft.com/office/officeart/2018/2/layout/IconCircleList"/>
    <dgm:cxn modelId="{17F39ACD-0808-425F-B119-DE95737537AA}" type="presParOf" srcId="{F04BFD47-A71A-4303-8B87-A073D851BD24}" destId="{4CA793D1-0542-437A-A1B6-D631ACAA07E0}" srcOrd="2" destOrd="0" presId="urn:microsoft.com/office/officeart/2018/2/layout/IconCircleList"/>
    <dgm:cxn modelId="{2A8F40CC-8AC7-4EB7-A56E-2B9FED572278}" type="presParOf" srcId="{4CA793D1-0542-437A-A1B6-D631ACAA07E0}" destId="{05E9F16B-9CBF-4D74-9FC7-F2498B167FF6}" srcOrd="0" destOrd="0" presId="urn:microsoft.com/office/officeart/2018/2/layout/IconCircleList"/>
    <dgm:cxn modelId="{1F577D93-6688-4FCE-93F3-29ED2F9DCA6A}" type="presParOf" srcId="{4CA793D1-0542-437A-A1B6-D631ACAA07E0}" destId="{AD34B7CC-5C3F-44BB-A3F6-8AB9382BC1BB}" srcOrd="1" destOrd="0" presId="urn:microsoft.com/office/officeart/2018/2/layout/IconCircleList"/>
    <dgm:cxn modelId="{D9D7F9C9-CBAA-42D6-BF5D-DAFD31D281BD}" type="presParOf" srcId="{4CA793D1-0542-437A-A1B6-D631ACAA07E0}" destId="{F71908AF-F42C-4062-8583-F3492CBE94D7}" srcOrd="2" destOrd="0" presId="urn:microsoft.com/office/officeart/2018/2/layout/IconCircleList"/>
    <dgm:cxn modelId="{EC694CB5-0823-409F-AE22-536D95773FD2}" type="presParOf" srcId="{4CA793D1-0542-437A-A1B6-D631ACAA07E0}" destId="{BC07DFFB-E012-482B-9FDA-0957B740B0CE}" srcOrd="3" destOrd="0" presId="urn:microsoft.com/office/officeart/2018/2/layout/IconCircleList"/>
    <dgm:cxn modelId="{34AD0CCE-77E5-41FF-BB92-4D756B730BF2}" type="presParOf" srcId="{F04BFD47-A71A-4303-8B87-A073D851BD24}" destId="{12FC0513-B042-4870-9D76-3F6533218C35}" srcOrd="3" destOrd="0" presId="urn:microsoft.com/office/officeart/2018/2/layout/IconCircleList"/>
    <dgm:cxn modelId="{CA0C495A-8660-4770-8934-B92EA187C543}" type="presParOf" srcId="{F04BFD47-A71A-4303-8B87-A073D851BD24}" destId="{0ADCA499-DDE4-4C05-88FA-01A0CC30ECB2}" srcOrd="4" destOrd="0" presId="urn:microsoft.com/office/officeart/2018/2/layout/IconCircleList"/>
    <dgm:cxn modelId="{D259EB61-B4AF-4469-BBA1-3231D04273B6}" type="presParOf" srcId="{0ADCA499-DDE4-4C05-88FA-01A0CC30ECB2}" destId="{03460B5D-641B-40E4-8194-85432A2AF793}" srcOrd="0" destOrd="0" presId="urn:microsoft.com/office/officeart/2018/2/layout/IconCircleList"/>
    <dgm:cxn modelId="{788ED800-4C51-46D1-AEEF-474D7821B191}" type="presParOf" srcId="{0ADCA499-DDE4-4C05-88FA-01A0CC30ECB2}" destId="{472D18C7-D3E4-4CFF-B4C4-43C03F409B9B}" srcOrd="1" destOrd="0" presId="urn:microsoft.com/office/officeart/2018/2/layout/IconCircleList"/>
    <dgm:cxn modelId="{F6708A91-8607-4B75-A21D-955A4AF52036}" type="presParOf" srcId="{0ADCA499-DDE4-4C05-88FA-01A0CC30ECB2}" destId="{44BAA185-FCC9-4B3C-85AB-4CE7EE91EB0E}" srcOrd="2" destOrd="0" presId="urn:microsoft.com/office/officeart/2018/2/layout/IconCircleList"/>
    <dgm:cxn modelId="{1CFFFFFF-9C2A-4264-AF62-E13418E17AF4}" type="presParOf" srcId="{0ADCA499-DDE4-4C05-88FA-01A0CC30ECB2}" destId="{15FBA640-5DF1-46C3-808F-50F1202B7C9C}" srcOrd="3" destOrd="0" presId="urn:microsoft.com/office/officeart/2018/2/layout/IconCircleList"/>
    <dgm:cxn modelId="{6AF20CEC-AF93-478D-82EE-CC7AA480CDD3}" type="presParOf" srcId="{F04BFD47-A71A-4303-8B87-A073D851BD24}" destId="{0C769567-BEA5-46F3-9EAA-C8E2D5F6F708}" srcOrd="5" destOrd="0" presId="urn:microsoft.com/office/officeart/2018/2/layout/IconCircleList"/>
    <dgm:cxn modelId="{A1C6E82C-8CAF-49F4-BDE0-47EE86D92D83}" type="presParOf" srcId="{F04BFD47-A71A-4303-8B87-A073D851BD24}" destId="{175114DC-04CE-41E7-9022-F2B0347E341F}" srcOrd="6" destOrd="0" presId="urn:microsoft.com/office/officeart/2018/2/layout/IconCircleList"/>
    <dgm:cxn modelId="{DE8010AC-BEC6-4BCC-B9D7-ADB14E88D60F}" type="presParOf" srcId="{175114DC-04CE-41E7-9022-F2B0347E341F}" destId="{D3453B9C-1BE2-437C-A431-4BE83A260A8D}" srcOrd="0" destOrd="0" presId="urn:microsoft.com/office/officeart/2018/2/layout/IconCircleList"/>
    <dgm:cxn modelId="{0D36CC7C-309B-4E5E-87E4-5323096567B0}" type="presParOf" srcId="{175114DC-04CE-41E7-9022-F2B0347E341F}" destId="{83A4DA1D-9E0A-4C91-AC56-70410B84BF90}" srcOrd="1" destOrd="0" presId="urn:microsoft.com/office/officeart/2018/2/layout/IconCircleList"/>
    <dgm:cxn modelId="{E8518066-C91A-495E-BD17-EDCD26103D3F}" type="presParOf" srcId="{175114DC-04CE-41E7-9022-F2B0347E341F}" destId="{A29E431A-8669-4F9E-B00D-DAA05AF83AD1}" srcOrd="2" destOrd="0" presId="urn:microsoft.com/office/officeart/2018/2/layout/IconCircleList"/>
    <dgm:cxn modelId="{AC2C2824-D0C7-4A4A-A0AF-AC2C3E13571C}" type="presParOf" srcId="{175114DC-04CE-41E7-9022-F2B0347E341F}" destId="{D7C51928-D5CF-4219-9543-FF31B7BC6BB0}" srcOrd="3" destOrd="0" presId="urn:microsoft.com/office/officeart/2018/2/layout/IconCircleList"/>
    <dgm:cxn modelId="{A023D762-0CCE-45AD-B2B6-E987451C69E9}" type="presParOf" srcId="{F04BFD47-A71A-4303-8B87-A073D851BD24}" destId="{AB5AEB23-EF79-42F7-A5E9-655EF781DBC6}" srcOrd="7" destOrd="0" presId="urn:microsoft.com/office/officeart/2018/2/layout/IconCircleList"/>
    <dgm:cxn modelId="{7A46CDC4-F7A9-4EAA-B4EC-7147805CCFDA}" type="presParOf" srcId="{F04BFD47-A71A-4303-8B87-A073D851BD24}" destId="{155B4A9B-AA64-40DF-B414-815A525ADF3C}" srcOrd="8" destOrd="0" presId="urn:microsoft.com/office/officeart/2018/2/layout/IconCircleList"/>
    <dgm:cxn modelId="{25A6D7AC-AB8B-4C17-A9D3-5E95C4B454C5}" type="presParOf" srcId="{155B4A9B-AA64-40DF-B414-815A525ADF3C}" destId="{B6231B62-27F7-4AC0-ABEE-3D88E4DCBAAE}" srcOrd="0" destOrd="0" presId="urn:microsoft.com/office/officeart/2018/2/layout/IconCircleList"/>
    <dgm:cxn modelId="{4298D35E-25FB-4080-9A77-44A27F65E4C3}" type="presParOf" srcId="{155B4A9B-AA64-40DF-B414-815A525ADF3C}" destId="{9CC8E2AE-9506-4456-8EAD-4EFB6BC3537A}" srcOrd="1" destOrd="0" presId="urn:microsoft.com/office/officeart/2018/2/layout/IconCircleList"/>
    <dgm:cxn modelId="{823AEB7C-BD31-46EF-B605-0ED688E337FE}" type="presParOf" srcId="{155B4A9B-AA64-40DF-B414-815A525ADF3C}" destId="{E180845E-DE32-4438-A5AC-B589165D9BDE}" srcOrd="2" destOrd="0" presId="urn:microsoft.com/office/officeart/2018/2/layout/IconCircleList"/>
    <dgm:cxn modelId="{F1497368-7CE4-421A-A9AF-BA97C37B8FD8}" type="presParOf" srcId="{155B4A9B-AA64-40DF-B414-815A525ADF3C}" destId="{2C77904D-580A-45EF-A4EF-5ABD82D6B94B}" srcOrd="3" destOrd="0" presId="urn:microsoft.com/office/officeart/2018/2/layout/IconCircleList"/>
    <dgm:cxn modelId="{98C69681-8C52-40EF-BC54-850731767029}" type="presParOf" srcId="{F04BFD47-A71A-4303-8B87-A073D851BD24}" destId="{03E4C95B-97A5-443F-B437-E5B87495E28A}" srcOrd="9" destOrd="0" presId="urn:microsoft.com/office/officeart/2018/2/layout/IconCircleList"/>
    <dgm:cxn modelId="{77E35076-5AA3-4CF4-A3EB-D7FF9911A91C}" type="presParOf" srcId="{F04BFD47-A71A-4303-8B87-A073D851BD24}" destId="{2F8543F4-6912-4A01-8EDF-97771E2ADE50}" srcOrd="10" destOrd="0" presId="urn:microsoft.com/office/officeart/2018/2/layout/IconCircleList"/>
    <dgm:cxn modelId="{7D130FC5-7C81-4012-80DD-0DD91334C72F}" type="presParOf" srcId="{2F8543F4-6912-4A01-8EDF-97771E2ADE50}" destId="{DA2B799E-1584-4C26-B081-BBD3AAFF1847}" srcOrd="0" destOrd="0" presId="urn:microsoft.com/office/officeart/2018/2/layout/IconCircleList"/>
    <dgm:cxn modelId="{E1369E85-545F-4ED7-BC76-9EE8ADCA6395}" type="presParOf" srcId="{2F8543F4-6912-4A01-8EDF-97771E2ADE50}" destId="{47AEA79C-756B-40B1-A989-776F3ACD693E}" srcOrd="1" destOrd="0" presId="urn:microsoft.com/office/officeart/2018/2/layout/IconCircleList"/>
    <dgm:cxn modelId="{8EB4E9F9-C1A0-4000-A7BF-E041497EC6CC}" type="presParOf" srcId="{2F8543F4-6912-4A01-8EDF-97771E2ADE50}" destId="{35BB27ED-CFC4-459F-BF4A-2C7A884197BB}" srcOrd="2" destOrd="0" presId="urn:microsoft.com/office/officeart/2018/2/layout/IconCircleList"/>
    <dgm:cxn modelId="{D58748C2-49F1-4B42-B034-92E520E684CC}" type="presParOf" srcId="{2F8543F4-6912-4A01-8EDF-97771E2ADE50}" destId="{1E869BAE-7464-4132-B241-C742CEE0717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FEDE01-7F68-46D4-824B-78360FEE893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344057-E5AD-40FC-A80D-905A636BA080}">
      <dgm:prSet/>
      <dgm:spPr/>
      <dgm:t>
        <a:bodyPr/>
        <a:lstStyle/>
        <a:p>
          <a:r>
            <a:rPr lang="en-US"/>
            <a:t>Limit the size of its views</a:t>
          </a:r>
        </a:p>
      </dgm:t>
    </dgm:pt>
    <dgm:pt modelId="{7481AAE6-3A9C-4C4D-96B6-8AFDBEDF584B}" type="parTrans" cxnId="{52B50682-8DC7-4A6E-9C85-BE5E94C6B468}">
      <dgm:prSet/>
      <dgm:spPr/>
      <dgm:t>
        <a:bodyPr/>
        <a:lstStyle/>
        <a:p>
          <a:endParaRPr lang="en-US"/>
        </a:p>
      </dgm:t>
    </dgm:pt>
    <dgm:pt modelId="{5E9187EE-AFB6-4C1A-AFE0-70F89E11AB9B}" type="sibTrans" cxnId="{52B50682-8DC7-4A6E-9C85-BE5E94C6B468}">
      <dgm:prSet/>
      <dgm:spPr/>
      <dgm:t>
        <a:bodyPr/>
        <a:lstStyle/>
        <a:p>
          <a:endParaRPr lang="en-US"/>
        </a:p>
      </dgm:t>
    </dgm:pt>
    <dgm:pt modelId="{5E252A8F-A6A3-4369-858D-6D132AEA8348}">
      <dgm:prSet/>
      <dgm:spPr/>
      <dgm:t>
        <a:bodyPr/>
        <a:lstStyle/>
        <a:p>
          <a:r>
            <a:rPr lang="en-US"/>
            <a:t>Adapt to the application changes dynamically i.e. without downtime</a:t>
          </a:r>
        </a:p>
      </dgm:t>
    </dgm:pt>
    <dgm:pt modelId="{E5D54C55-3922-4FA7-9090-445745B15088}" type="parTrans" cxnId="{21AA3C13-3D78-46D5-9990-8039431D4A3C}">
      <dgm:prSet/>
      <dgm:spPr/>
      <dgm:t>
        <a:bodyPr/>
        <a:lstStyle/>
        <a:p>
          <a:endParaRPr lang="en-US"/>
        </a:p>
      </dgm:t>
    </dgm:pt>
    <dgm:pt modelId="{4D67078E-9FE2-4FBF-84B6-EA6290A36245}" type="sibTrans" cxnId="{21AA3C13-3D78-46D5-9990-8039431D4A3C}">
      <dgm:prSet/>
      <dgm:spPr/>
      <dgm:t>
        <a:bodyPr/>
        <a:lstStyle/>
        <a:p>
          <a:endParaRPr lang="en-US"/>
        </a:p>
      </dgm:t>
    </dgm:pt>
    <dgm:pt modelId="{7F196CB0-0740-4868-8D51-DC06D9183273}" type="pres">
      <dgm:prSet presAssocID="{54FEDE01-7F68-46D4-824B-78360FEE893D}" presName="root" presStyleCnt="0">
        <dgm:presLayoutVars>
          <dgm:dir/>
          <dgm:resizeHandles val="exact"/>
        </dgm:presLayoutVars>
      </dgm:prSet>
      <dgm:spPr/>
    </dgm:pt>
    <dgm:pt modelId="{6A7DE4ED-BBE0-473B-A4EF-3A78D53294A4}" type="pres">
      <dgm:prSet presAssocID="{A8344057-E5AD-40FC-A80D-905A636BA080}" presName="compNode" presStyleCnt="0"/>
      <dgm:spPr/>
    </dgm:pt>
    <dgm:pt modelId="{EF0BFAC4-6238-4F71-B7C6-377C766EF2BD}" type="pres">
      <dgm:prSet presAssocID="{A8344057-E5AD-40FC-A80D-905A636BA080}" presName="bgRect" presStyleLbl="bgShp" presStyleIdx="0" presStyleCnt="2"/>
      <dgm:spPr/>
    </dgm:pt>
    <dgm:pt modelId="{4E8A2768-5B4A-4C57-8911-FF23C43A6C7E}" type="pres">
      <dgm:prSet presAssocID="{A8344057-E5AD-40FC-A80D-905A636BA08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768DC439-6C48-4913-B457-DE5B3B1FD6A3}" type="pres">
      <dgm:prSet presAssocID="{A8344057-E5AD-40FC-A80D-905A636BA080}" presName="spaceRect" presStyleCnt="0"/>
      <dgm:spPr/>
    </dgm:pt>
    <dgm:pt modelId="{EDE1742D-02A2-4CEE-A3AA-08D7B37EB612}" type="pres">
      <dgm:prSet presAssocID="{A8344057-E5AD-40FC-A80D-905A636BA080}" presName="parTx" presStyleLbl="revTx" presStyleIdx="0" presStyleCnt="2">
        <dgm:presLayoutVars>
          <dgm:chMax val="0"/>
          <dgm:chPref val="0"/>
        </dgm:presLayoutVars>
      </dgm:prSet>
      <dgm:spPr/>
    </dgm:pt>
    <dgm:pt modelId="{732EB2E1-7F87-4145-BD58-038F86F16BD2}" type="pres">
      <dgm:prSet presAssocID="{5E9187EE-AFB6-4C1A-AFE0-70F89E11AB9B}" presName="sibTrans" presStyleCnt="0"/>
      <dgm:spPr/>
    </dgm:pt>
    <dgm:pt modelId="{55662E84-A3B4-4588-A152-A89C917BA606}" type="pres">
      <dgm:prSet presAssocID="{5E252A8F-A6A3-4369-858D-6D132AEA8348}" presName="compNode" presStyleCnt="0"/>
      <dgm:spPr/>
    </dgm:pt>
    <dgm:pt modelId="{3950D683-10F1-45E8-B257-57D63AEF890A}" type="pres">
      <dgm:prSet presAssocID="{5E252A8F-A6A3-4369-858D-6D132AEA8348}" presName="bgRect" presStyleLbl="bgShp" presStyleIdx="1" presStyleCnt="2"/>
      <dgm:spPr/>
    </dgm:pt>
    <dgm:pt modelId="{87C5F424-C9EF-4FE7-A5CB-0FCC839C2526}" type="pres">
      <dgm:prSet presAssocID="{5E252A8F-A6A3-4369-858D-6D132AEA834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719FA487-399B-45E8-A4E8-BA9F86693622}" type="pres">
      <dgm:prSet presAssocID="{5E252A8F-A6A3-4369-858D-6D132AEA8348}" presName="spaceRect" presStyleCnt="0"/>
      <dgm:spPr/>
    </dgm:pt>
    <dgm:pt modelId="{43832540-824F-4A15-A85D-586A3D2DF8D6}" type="pres">
      <dgm:prSet presAssocID="{5E252A8F-A6A3-4369-858D-6D132AEA834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45A450E-F750-429D-A172-76705CFBC519}" type="presOf" srcId="{54FEDE01-7F68-46D4-824B-78360FEE893D}" destId="{7F196CB0-0740-4868-8D51-DC06D9183273}" srcOrd="0" destOrd="0" presId="urn:microsoft.com/office/officeart/2018/2/layout/IconVerticalSolidList"/>
    <dgm:cxn modelId="{21AA3C13-3D78-46D5-9990-8039431D4A3C}" srcId="{54FEDE01-7F68-46D4-824B-78360FEE893D}" destId="{5E252A8F-A6A3-4369-858D-6D132AEA8348}" srcOrd="1" destOrd="0" parTransId="{E5D54C55-3922-4FA7-9090-445745B15088}" sibTransId="{4D67078E-9FE2-4FBF-84B6-EA6290A36245}"/>
    <dgm:cxn modelId="{B44BCC5F-8714-4FD9-B1F9-1B3529C3674C}" type="presOf" srcId="{5E252A8F-A6A3-4369-858D-6D132AEA8348}" destId="{43832540-824F-4A15-A85D-586A3D2DF8D6}" srcOrd="0" destOrd="0" presId="urn:microsoft.com/office/officeart/2018/2/layout/IconVerticalSolidList"/>
    <dgm:cxn modelId="{52B50682-8DC7-4A6E-9C85-BE5E94C6B468}" srcId="{54FEDE01-7F68-46D4-824B-78360FEE893D}" destId="{A8344057-E5AD-40FC-A80D-905A636BA080}" srcOrd="0" destOrd="0" parTransId="{7481AAE6-3A9C-4C4D-96B6-8AFDBEDF584B}" sibTransId="{5E9187EE-AFB6-4C1A-AFE0-70F89E11AB9B}"/>
    <dgm:cxn modelId="{1A58E8B3-8A1B-4E8E-81C1-F0B1EF144F3B}" type="presOf" srcId="{A8344057-E5AD-40FC-A80D-905A636BA080}" destId="{EDE1742D-02A2-4CEE-A3AA-08D7B37EB612}" srcOrd="0" destOrd="0" presId="urn:microsoft.com/office/officeart/2018/2/layout/IconVerticalSolidList"/>
    <dgm:cxn modelId="{2DF008A4-6F0F-4A2A-A029-99119567130B}" type="presParOf" srcId="{7F196CB0-0740-4868-8D51-DC06D9183273}" destId="{6A7DE4ED-BBE0-473B-A4EF-3A78D53294A4}" srcOrd="0" destOrd="0" presId="urn:microsoft.com/office/officeart/2018/2/layout/IconVerticalSolidList"/>
    <dgm:cxn modelId="{4640B90D-4781-410C-A288-209017966448}" type="presParOf" srcId="{6A7DE4ED-BBE0-473B-A4EF-3A78D53294A4}" destId="{EF0BFAC4-6238-4F71-B7C6-377C766EF2BD}" srcOrd="0" destOrd="0" presId="urn:microsoft.com/office/officeart/2018/2/layout/IconVerticalSolidList"/>
    <dgm:cxn modelId="{7B875428-AC1A-4953-924E-4F5FC8C8BCCC}" type="presParOf" srcId="{6A7DE4ED-BBE0-473B-A4EF-3A78D53294A4}" destId="{4E8A2768-5B4A-4C57-8911-FF23C43A6C7E}" srcOrd="1" destOrd="0" presId="urn:microsoft.com/office/officeart/2018/2/layout/IconVerticalSolidList"/>
    <dgm:cxn modelId="{A1CE2B02-C172-409A-8A5F-BBD8979B3BAA}" type="presParOf" srcId="{6A7DE4ED-BBE0-473B-A4EF-3A78D53294A4}" destId="{768DC439-6C48-4913-B457-DE5B3B1FD6A3}" srcOrd="2" destOrd="0" presId="urn:microsoft.com/office/officeart/2018/2/layout/IconVerticalSolidList"/>
    <dgm:cxn modelId="{532EABA9-D2A8-4F22-8A64-BC12050AF00B}" type="presParOf" srcId="{6A7DE4ED-BBE0-473B-A4EF-3A78D53294A4}" destId="{EDE1742D-02A2-4CEE-A3AA-08D7B37EB612}" srcOrd="3" destOrd="0" presId="urn:microsoft.com/office/officeart/2018/2/layout/IconVerticalSolidList"/>
    <dgm:cxn modelId="{7CE306DD-C710-4294-8E7D-DCAC6A0F0A2F}" type="presParOf" srcId="{7F196CB0-0740-4868-8D51-DC06D9183273}" destId="{732EB2E1-7F87-4145-BD58-038F86F16BD2}" srcOrd="1" destOrd="0" presId="urn:microsoft.com/office/officeart/2018/2/layout/IconVerticalSolidList"/>
    <dgm:cxn modelId="{3B645AC3-B584-4A5A-AB34-A3B814A0C0F4}" type="presParOf" srcId="{7F196CB0-0740-4868-8D51-DC06D9183273}" destId="{55662E84-A3B4-4588-A152-A89C917BA606}" srcOrd="2" destOrd="0" presId="urn:microsoft.com/office/officeart/2018/2/layout/IconVerticalSolidList"/>
    <dgm:cxn modelId="{0760F5E8-E169-47AC-A3B5-2C8C2807542D}" type="presParOf" srcId="{55662E84-A3B4-4588-A152-A89C917BA606}" destId="{3950D683-10F1-45E8-B257-57D63AEF890A}" srcOrd="0" destOrd="0" presId="urn:microsoft.com/office/officeart/2018/2/layout/IconVerticalSolidList"/>
    <dgm:cxn modelId="{2A0208F2-FEF1-4FAB-8E59-E3894EB8F0C4}" type="presParOf" srcId="{55662E84-A3B4-4588-A152-A89C917BA606}" destId="{87C5F424-C9EF-4FE7-A5CB-0FCC839C2526}" srcOrd="1" destOrd="0" presId="urn:microsoft.com/office/officeart/2018/2/layout/IconVerticalSolidList"/>
    <dgm:cxn modelId="{9E1223CE-E5B6-423B-A91D-CA0631953E98}" type="presParOf" srcId="{55662E84-A3B4-4588-A152-A89C917BA606}" destId="{719FA487-399B-45E8-A4E8-BA9F86693622}" srcOrd="2" destOrd="0" presId="urn:microsoft.com/office/officeart/2018/2/layout/IconVerticalSolidList"/>
    <dgm:cxn modelId="{F4A3982F-3AE9-4ACE-99AD-B3E40B88285D}" type="presParOf" srcId="{55662E84-A3B4-4588-A152-A89C917BA606}" destId="{43832540-824F-4A15-A85D-586A3D2DF8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9A5CED-AE0F-4ACC-B98E-999F7C86CE7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17F23A-1B6B-4441-9A25-12D90A5F29AF}">
      <dgm:prSet/>
      <dgm:spPr/>
      <dgm:t>
        <a:bodyPr/>
        <a:lstStyle/>
        <a:p>
          <a:r>
            <a:rPr lang="en-US"/>
            <a:t>Implemented using Rust </a:t>
          </a:r>
        </a:p>
      </dgm:t>
    </dgm:pt>
    <dgm:pt modelId="{757A265C-319F-4105-BB73-DA6D791B8218}" type="parTrans" cxnId="{DBA2A2F1-0AD5-4C64-B7F5-BA85D63369DD}">
      <dgm:prSet/>
      <dgm:spPr/>
      <dgm:t>
        <a:bodyPr/>
        <a:lstStyle/>
        <a:p>
          <a:endParaRPr lang="en-US"/>
        </a:p>
      </dgm:t>
    </dgm:pt>
    <dgm:pt modelId="{9EB9A6B9-E979-4C93-AC4A-AF79A6DE6EA5}" type="sibTrans" cxnId="{DBA2A2F1-0AD5-4C64-B7F5-BA85D63369DD}">
      <dgm:prSet/>
      <dgm:spPr/>
      <dgm:t>
        <a:bodyPr/>
        <a:lstStyle/>
        <a:p>
          <a:endParaRPr lang="en-US"/>
        </a:p>
      </dgm:t>
    </dgm:pt>
    <dgm:pt modelId="{3BFA895C-5450-4F82-A89F-B4161296DB14}">
      <dgm:prSet/>
      <dgm:spPr/>
      <dgm:t>
        <a:bodyPr/>
        <a:lstStyle/>
        <a:p>
          <a:r>
            <a:rPr lang="en-US"/>
            <a:t>Applications interface using Rust bindings , using JSON over HTTP or MYSQL protocol adapter</a:t>
          </a:r>
        </a:p>
      </dgm:t>
    </dgm:pt>
    <dgm:pt modelId="{E0706DEC-5EB3-4B1D-A863-FE71143F2E50}" type="parTrans" cxnId="{9736E1D6-CDFE-402B-9539-31B8656EDBEB}">
      <dgm:prSet/>
      <dgm:spPr/>
      <dgm:t>
        <a:bodyPr/>
        <a:lstStyle/>
        <a:p>
          <a:endParaRPr lang="en-US"/>
        </a:p>
      </dgm:t>
    </dgm:pt>
    <dgm:pt modelId="{4C682D0E-7354-415F-A956-3693031A889E}" type="sibTrans" cxnId="{9736E1D6-CDFE-402B-9539-31B8656EDBEB}">
      <dgm:prSet/>
      <dgm:spPr/>
      <dgm:t>
        <a:bodyPr/>
        <a:lstStyle/>
        <a:p>
          <a:endParaRPr lang="en-US"/>
        </a:p>
      </dgm:t>
    </dgm:pt>
    <dgm:pt modelId="{A287F1FD-6AA4-463D-976F-4534D01B4A5B}">
      <dgm:prSet/>
      <dgm:spPr/>
      <dgm:t>
        <a:bodyPr/>
        <a:lstStyle/>
        <a:p>
          <a:r>
            <a:rPr lang="en-US"/>
            <a:t>Uses RocksDB for persistent base tables</a:t>
          </a:r>
        </a:p>
      </dgm:t>
    </dgm:pt>
    <dgm:pt modelId="{7A631031-883A-4424-AB8B-F30DEBCA5694}" type="parTrans" cxnId="{E331A1C2-8511-4BFE-9A60-AA44C3BD6670}">
      <dgm:prSet/>
      <dgm:spPr/>
      <dgm:t>
        <a:bodyPr/>
        <a:lstStyle/>
        <a:p>
          <a:endParaRPr lang="en-US"/>
        </a:p>
      </dgm:t>
    </dgm:pt>
    <dgm:pt modelId="{CDCE4F6D-D480-4CF6-8DF5-BF73385863F5}" type="sibTrans" cxnId="{E331A1C2-8511-4BFE-9A60-AA44C3BD6670}">
      <dgm:prSet/>
      <dgm:spPr/>
      <dgm:t>
        <a:bodyPr/>
        <a:lstStyle/>
        <a:p>
          <a:endParaRPr lang="en-US"/>
        </a:p>
      </dgm:t>
    </dgm:pt>
    <dgm:pt modelId="{B56189E8-ADD9-43E7-9134-B0FD6746435C}">
      <dgm:prSet/>
      <dgm:spPr/>
      <dgm:t>
        <a:bodyPr/>
        <a:lstStyle/>
        <a:p>
          <a:r>
            <a:rPr lang="en-US"/>
            <a:t>Parallel Processing – allows concurrent reads and writes with minimal synchronization</a:t>
          </a:r>
        </a:p>
      </dgm:t>
    </dgm:pt>
    <dgm:pt modelId="{D82C686B-9815-480F-945D-8439C01934F9}" type="parTrans" cxnId="{EC85D018-AD1C-4A00-8F85-D51D12AC4630}">
      <dgm:prSet/>
      <dgm:spPr/>
      <dgm:t>
        <a:bodyPr/>
        <a:lstStyle/>
        <a:p>
          <a:endParaRPr lang="en-US"/>
        </a:p>
      </dgm:t>
    </dgm:pt>
    <dgm:pt modelId="{DEE2F890-B441-41AA-BA84-50A50AF42FDA}" type="sibTrans" cxnId="{EC85D018-AD1C-4A00-8F85-D51D12AC4630}">
      <dgm:prSet/>
      <dgm:spPr/>
      <dgm:t>
        <a:bodyPr/>
        <a:lstStyle/>
        <a:p>
          <a:endParaRPr lang="en-US"/>
        </a:p>
      </dgm:t>
    </dgm:pt>
    <dgm:pt modelId="{A9579B1A-EF18-452E-949C-E1E49D8AD5D5}">
      <dgm:prSet/>
      <dgm:spPr/>
      <dgm:t>
        <a:bodyPr/>
        <a:lstStyle/>
        <a:p>
          <a:r>
            <a:rPr lang="en-US"/>
            <a:t>Distributed operation –uses zookeeper for maintaining the controller and for clients to discover the controller</a:t>
          </a:r>
        </a:p>
      </dgm:t>
    </dgm:pt>
    <dgm:pt modelId="{D4D2FC5F-E95E-4827-824A-C6D9A97E1B8D}" type="parTrans" cxnId="{139A623C-DC7F-41C7-B7D1-0E9471399896}">
      <dgm:prSet/>
      <dgm:spPr/>
      <dgm:t>
        <a:bodyPr/>
        <a:lstStyle/>
        <a:p>
          <a:endParaRPr lang="en-US"/>
        </a:p>
      </dgm:t>
    </dgm:pt>
    <dgm:pt modelId="{6CE14497-848D-48CF-AF24-2BAC7F606B50}" type="sibTrans" cxnId="{139A623C-DC7F-41C7-B7D1-0E9471399896}">
      <dgm:prSet/>
      <dgm:spPr/>
      <dgm:t>
        <a:bodyPr/>
        <a:lstStyle/>
        <a:p>
          <a:endParaRPr lang="en-US"/>
        </a:p>
      </dgm:t>
    </dgm:pt>
    <dgm:pt modelId="{9F1049F3-F688-478E-BEFF-FACDB06F6EBA}" type="pres">
      <dgm:prSet presAssocID="{349A5CED-AE0F-4ACC-B98E-999F7C86CE76}" presName="linear" presStyleCnt="0">
        <dgm:presLayoutVars>
          <dgm:animLvl val="lvl"/>
          <dgm:resizeHandles val="exact"/>
        </dgm:presLayoutVars>
      </dgm:prSet>
      <dgm:spPr/>
    </dgm:pt>
    <dgm:pt modelId="{C11977E9-569A-478E-AFAA-E93DD008E2D3}" type="pres">
      <dgm:prSet presAssocID="{9517F23A-1B6B-4441-9A25-12D90A5F29A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400DB1C-A4B7-423F-98BF-0A1790A23B94}" type="pres">
      <dgm:prSet presAssocID="{9EB9A6B9-E979-4C93-AC4A-AF79A6DE6EA5}" presName="spacer" presStyleCnt="0"/>
      <dgm:spPr/>
    </dgm:pt>
    <dgm:pt modelId="{6CE38034-A81B-4EC2-8B7C-800CB4F2E422}" type="pres">
      <dgm:prSet presAssocID="{3BFA895C-5450-4F82-A89F-B4161296DB1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3B1ABE5-6E51-4962-A3D4-42EFFCCB646A}" type="pres">
      <dgm:prSet presAssocID="{4C682D0E-7354-415F-A956-3693031A889E}" presName="spacer" presStyleCnt="0"/>
      <dgm:spPr/>
    </dgm:pt>
    <dgm:pt modelId="{967130B5-9587-4D74-8A6A-2F8DE6B2F7DB}" type="pres">
      <dgm:prSet presAssocID="{A287F1FD-6AA4-463D-976F-4534D01B4A5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5D8D420-7C35-494D-8D77-80E2E9F7C36F}" type="pres">
      <dgm:prSet presAssocID="{CDCE4F6D-D480-4CF6-8DF5-BF73385863F5}" presName="spacer" presStyleCnt="0"/>
      <dgm:spPr/>
    </dgm:pt>
    <dgm:pt modelId="{B7ABFB3B-B72E-4D32-A6E6-9448B8D16383}" type="pres">
      <dgm:prSet presAssocID="{B56189E8-ADD9-43E7-9134-B0FD6746435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B21CEF2-1621-4032-931F-FB2042DEF858}" type="pres">
      <dgm:prSet presAssocID="{DEE2F890-B441-41AA-BA84-50A50AF42FDA}" presName="spacer" presStyleCnt="0"/>
      <dgm:spPr/>
    </dgm:pt>
    <dgm:pt modelId="{54332B6A-E11A-4480-B761-35E3E06BDEB3}" type="pres">
      <dgm:prSet presAssocID="{A9579B1A-EF18-452E-949C-E1E49D8AD5D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C85D018-AD1C-4A00-8F85-D51D12AC4630}" srcId="{349A5CED-AE0F-4ACC-B98E-999F7C86CE76}" destId="{B56189E8-ADD9-43E7-9134-B0FD6746435C}" srcOrd="3" destOrd="0" parTransId="{D82C686B-9815-480F-945D-8439C01934F9}" sibTransId="{DEE2F890-B441-41AA-BA84-50A50AF42FDA}"/>
    <dgm:cxn modelId="{52338925-0F85-4D5F-900B-EFCE4A854A03}" type="presOf" srcId="{B56189E8-ADD9-43E7-9134-B0FD6746435C}" destId="{B7ABFB3B-B72E-4D32-A6E6-9448B8D16383}" srcOrd="0" destOrd="0" presId="urn:microsoft.com/office/officeart/2005/8/layout/vList2"/>
    <dgm:cxn modelId="{6C1AB229-F967-4CAF-897F-258CBBEE7046}" type="presOf" srcId="{3BFA895C-5450-4F82-A89F-B4161296DB14}" destId="{6CE38034-A81B-4EC2-8B7C-800CB4F2E422}" srcOrd="0" destOrd="0" presId="urn:microsoft.com/office/officeart/2005/8/layout/vList2"/>
    <dgm:cxn modelId="{139A623C-DC7F-41C7-B7D1-0E9471399896}" srcId="{349A5CED-AE0F-4ACC-B98E-999F7C86CE76}" destId="{A9579B1A-EF18-452E-949C-E1E49D8AD5D5}" srcOrd="4" destOrd="0" parTransId="{D4D2FC5F-E95E-4827-824A-C6D9A97E1B8D}" sibTransId="{6CE14497-848D-48CF-AF24-2BAC7F606B50}"/>
    <dgm:cxn modelId="{48E28654-7B60-4DAD-81D8-59A3E6CAB339}" type="presOf" srcId="{A9579B1A-EF18-452E-949C-E1E49D8AD5D5}" destId="{54332B6A-E11A-4480-B761-35E3E06BDEB3}" srcOrd="0" destOrd="0" presId="urn:microsoft.com/office/officeart/2005/8/layout/vList2"/>
    <dgm:cxn modelId="{F8FAB7B7-4CE5-4002-AE2B-C4B5555BD056}" type="presOf" srcId="{349A5CED-AE0F-4ACC-B98E-999F7C86CE76}" destId="{9F1049F3-F688-478E-BEFF-FACDB06F6EBA}" srcOrd="0" destOrd="0" presId="urn:microsoft.com/office/officeart/2005/8/layout/vList2"/>
    <dgm:cxn modelId="{E331A1C2-8511-4BFE-9A60-AA44C3BD6670}" srcId="{349A5CED-AE0F-4ACC-B98E-999F7C86CE76}" destId="{A287F1FD-6AA4-463D-976F-4534D01B4A5B}" srcOrd="2" destOrd="0" parTransId="{7A631031-883A-4424-AB8B-F30DEBCA5694}" sibTransId="{CDCE4F6D-D480-4CF6-8DF5-BF73385863F5}"/>
    <dgm:cxn modelId="{9736E1D6-CDFE-402B-9539-31B8656EDBEB}" srcId="{349A5CED-AE0F-4ACC-B98E-999F7C86CE76}" destId="{3BFA895C-5450-4F82-A89F-B4161296DB14}" srcOrd="1" destOrd="0" parTransId="{E0706DEC-5EB3-4B1D-A863-FE71143F2E50}" sibTransId="{4C682D0E-7354-415F-A956-3693031A889E}"/>
    <dgm:cxn modelId="{CDEB8AD8-8EAA-4747-8B79-F706F9682FAF}" type="presOf" srcId="{A287F1FD-6AA4-463D-976F-4534D01B4A5B}" destId="{967130B5-9587-4D74-8A6A-2F8DE6B2F7DB}" srcOrd="0" destOrd="0" presId="urn:microsoft.com/office/officeart/2005/8/layout/vList2"/>
    <dgm:cxn modelId="{050121EC-23EC-4082-9001-80E99EBE08ED}" type="presOf" srcId="{9517F23A-1B6B-4441-9A25-12D90A5F29AF}" destId="{C11977E9-569A-478E-AFAA-E93DD008E2D3}" srcOrd="0" destOrd="0" presId="urn:microsoft.com/office/officeart/2005/8/layout/vList2"/>
    <dgm:cxn modelId="{DBA2A2F1-0AD5-4C64-B7F5-BA85D63369DD}" srcId="{349A5CED-AE0F-4ACC-B98E-999F7C86CE76}" destId="{9517F23A-1B6B-4441-9A25-12D90A5F29AF}" srcOrd="0" destOrd="0" parTransId="{757A265C-319F-4105-BB73-DA6D791B8218}" sibTransId="{9EB9A6B9-E979-4C93-AC4A-AF79A6DE6EA5}"/>
    <dgm:cxn modelId="{993A2518-5CD5-4AF4-8DF9-9D842C77CF57}" type="presParOf" srcId="{9F1049F3-F688-478E-BEFF-FACDB06F6EBA}" destId="{C11977E9-569A-478E-AFAA-E93DD008E2D3}" srcOrd="0" destOrd="0" presId="urn:microsoft.com/office/officeart/2005/8/layout/vList2"/>
    <dgm:cxn modelId="{672900D5-107A-4F5B-8244-218993D3F74A}" type="presParOf" srcId="{9F1049F3-F688-478E-BEFF-FACDB06F6EBA}" destId="{1400DB1C-A4B7-423F-98BF-0A1790A23B94}" srcOrd="1" destOrd="0" presId="urn:microsoft.com/office/officeart/2005/8/layout/vList2"/>
    <dgm:cxn modelId="{537567A6-9A4B-4CB8-9427-89A18B405649}" type="presParOf" srcId="{9F1049F3-F688-478E-BEFF-FACDB06F6EBA}" destId="{6CE38034-A81B-4EC2-8B7C-800CB4F2E422}" srcOrd="2" destOrd="0" presId="urn:microsoft.com/office/officeart/2005/8/layout/vList2"/>
    <dgm:cxn modelId="{94B5C237-723D-4E1E-9F50-F50B0E62F1BA}" type="presParOf" srcId="{9F1049F3-F688-478E-BEFF-FACDB06F6EBA}" destId="{C3B1ABE5-6E51-4962-A3D4-42EFFCCB646A}" srcOrd="3" destOrd="0" presId="urn:microsoft.com/office/officeart/2005/8/layout/vList2"/>
    <dgm:cxn modelId="{9FD0CE61-4274-4DF2-9E96-E0AA33A3E6DE}" type="presParOf" srcId="{9F1049F3-F688-478E-BEFF-FACDB06F6EBA}" destId="{967130B5-9587-4D74-8A6A-2F8DE6B2F7DB}" srcOrd="4" destOrd="0" presId="urn:microsoft.com/office/officeart/2005/8/layout/vList2"/>
    <dgm:cxn modelId="{D064F67A-DCD1-455D-A7D4-7FD84CEAC33C}" type="presParOf" srcId="{9F1049F3-F688-478E-BEFF-FACDB06F6EBA}" destId="{35D8D420-7C35-494D-8D77-80E2E9F7C36F}" srcOrd="5" destOrd="0" presId="urn:microsoft.com/office/officeart/2005/8/layout/vList2"/>
    <dgm:cxn modelId="{D4CD1823-297F-45A2-8F54-89E309067C2A}" type="presParOf" srcId="{9F1049F3-F688-478E-BEFF-FACDB06F6EBA}" destId="{B7ABFB3B-B72E-4D32-A6E6-9448B8D16383}" srcOrd="6" destOrd="0" presId="urn:microsoft.com/office/officeart/2005/8/layout/vList2"/>
    <dgm:cxn modelId="{CEEF403C-65B2-464D-BEB5-C9BBC6C0F69B}" type="presParOf" srcId="{9F1049F3-F688-478E-BEFF-FACDB06F6EBA}" destId="{EB21CEF2-1621-4032-931F-FB2042DEF858}" srcOrd="7" destOrd="0" presId="urn:microsoft.com/office/officeart/2005/8/layout/vList2"/>
    <dgm:cxn modelId="{D2876EC4-9577-4F7F-B7B2-CF5180477889}" type="presParOf" srcId="{9F1049F3-F688-478E-BEFF-FACDB06F6EBA}" destId="{54332B6A-E11A-4480-B761-35E3E06BDEB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D73F6F-57AC-48B7-A858-B08D9BEE748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114BD5-C421-49AC-AAB1-AC547CDF43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err="1"/>
            <a:t>Sharding</a:t>
          </a:r>
          <a:r>
            <a:rPr lang="en-US"/>
            <a:t>:</a:t>
          </a:r>
        </a:p>
      </dgm:t>
    </dgm:pt>
    <dgm:pt modelId="{7F9D9515-065E-4EF3-85FF-FFEE5FC981CB}" type="parTrans" cxnId="{A2C2EE04-0B6E-4929-9EE1-1D1D3040D814}">
      <dgm:prSet/>
      <dgm:spPr/>
      <dgm:t>
        <a:bodyPr/>
        <a:lstStyle/>
        <a:p>
          <a:endParaRPr lang="en-US"/>
        </a:p>
      </dgm:t>
    </dgm:pt>
    <dgm:pt modelId="{AAABE172-B201-4EB0-8665-F60A073E8B27}" type="sibTrans" cxnId="{A2C2EE04-0B6E-4929-9EE1-1D1D3040D814}">
      <dgm:prSet/>
      <dgm:spPr/>
      <dgm:t>
        <a:bodyPr/>
        <a:lstStyle/>
        <a:p>
          <a:endParaRPr lang="en-US"/>
        </a:p>
      </dgm:t>
    </dgm:pt>
    <dgm:pt modelId="{BCFF040C-6A76-471B-A8E1-EE233DD0A7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Noria processes updates in parallel by hash partitioning each operator on a key and assigns shards to different servers</a:t>
          </a:r>
        </a:p>
      </dgm:t>
    </dgm:pt>
    <dgm:pt modelId="{B303DDA5-B6BF-4AC0-B093-AAC86E62F3B8}" type="parTrans" cxnId="{F356B8D7-B249-4904-A01F-09C4F260B7A5}">
      <dgm:prSet/>
      <dgm:spPr/>
      <dgm:t>
        <a:bodyPr/>
        <a:lstStyle/>
        <a:p>
          <a:endParaRPr lang="en-US"/>
        </a:p>
      </dgm:t>
    </dgm:pt>
    <dgm:pt modelId="{83321C23-0CE5-4265-A926-2D607139884B}" type="sibTrans" cxnId="{F356B8D7-B249-4904-A01F-09C4F260B7A5}">
      <dgm:prSet/>
      <dgm:spPr/>
      <dgm:t>
        <a:bodyPr/>
        <a:lstStyle/>
        <a:p>
          <a:endParaRPr lang="en-US"/>
        </a:p>
      </dgm:t>
    </dgm:pt>
    <dgm:pt modelId="{16ADDDF9-C7A5-4D05-8B4F-7C0CE031DE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machines runs Noria server and contains a complete copy of dataflow graph but holds state of its shards of each operator</a:t>
          </a:r>
        </a:p>
      </dgm:t>
    </dgm:pt>
    <dgm:pt modelId="{08D434DE-2ED6-4577-AD37-C39117DB3B2E}" type="parTrans" cxnId="{DB439117-700F-463B-9C00-ED09E5580DE8}">
      <dgm:prSet/>
      <dgm:spPr/>
      <dgm:t>
        <a:bodyPr/>
        <a:lstStyle/>
        <a:p>
          <a:endParaRPr lang="en-US"/>
        </a:p>
      </dgm:t>
    </dgm:pt>
    <dgm:pt modelId="{E7FAC18A-8DF6-4970-A076-F20349100B97}" type="sibTrans" cxnId="{DB439117-700F-463B-9C00-ED09E5580DE8}">
      <dgm:prSet/>
      <dgm:spPr/>
      <dgm:t>
        <a:bodyPr/>
        <a:lstStyle/>
        <a:p>
          <a:endParaRPr lang="en-US"/>
        </a:p>
      </dgm:t>
    </dgm:pt>
    <dgm:pt modelId="{A81B5F56-7A7C-4815-BF9A-8D81A7E8A1C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Multicore Parallelism:</a:t>
          </a:r>
        </a:p>
      </dgm:t>
    </dgm:pt>
    <dgm:pt modelId="{516B6E49-60AF-4B07-B97D-7F4BF03931AA}" type="parTrans" cxnId="{ED87B0DA-12F4-4915-8757-E06E1F296103}">
      <dgm:prSet/>
      <dgm:spPr/>
      <dgm:t>
        <a:bodyPr/>
        <a:lstStyle/>
        <a:p>
          <a:endParaRPr lang="en-US"/>
        </a:p>
      </dgm:t>
    </dgm:pt>
    <dgm:pt modelId="{95A4BCB7-75F2-4714-9A73-BEBB95877478}" type="sibTrans" cxnId="{ED87B0DA-12F4-4915-8757-E06E1F296103}">
      <dgm:prSet/>
      <dgm:spPr/>
      <dgm:t>
        <a:bodyPr/>
        <a:lstStyle/>
        <a:p>
          <a:endParaRPr lang="en-US"/>
        </a:p>
      </dgm:t>
    </dgm:pt>
    <dgm:pt modelId="{2A6AFF48-B3FA-4728-A12C-DD00F3FE5F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server can handle multiple shards by running multiple Noria instances</a:t>
          </a:r>
        </a:p>
      </dgm:t>
    </dgm:pt>
    <dgm:pt modelId="{543B9C08-A2BA-4404-BF60-292839BDDC29}" type="parTrans" cxnId="{498ABF58-2E3D-4C7B-AF4C-7E341E309CCC}">
      <dgm:prSet/>
      <dgm:spPr/>
      <dgm:t>
        <a:bodyPr/>
        <a:lstStyle/>
        <a:p>
          <a:endParaRPr lang="en-US"/>
        </a:p>
      </dgm:t>
    </dgm:pt>
    <dgm:pt modelId="{3D19F73E-FCFC-4E2A-B20B-BA2E90FA3405}" type="sibTrans" cxnId="{498ABF58-2E3D-4C7B-AF4C-7E341E309CCC}">
      <dgm:prSet/>
      <dgm:spPr/>
      <dgm:t>
        <a:bodyPr/>
        <a:lstStyle/>
        <a:p>
          <a:endParaRPr lang="en-US"/>
        </a:p>
      </dgm:t>
    </dgm:pt>
    <dgm:pt modelId="{4EA6DA0C-7D85-42A6-8E07-A5E29B517A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instance has two thread pools:</a:t>
          </a:r>
        </a:p>
      </dgm:t>
    </dgm:pt>
    <dgm:pt modelId="{BDE0B3DF-F4ED-4B08-9CB3-47451E588C42}" type="parTrans" cxnId="{6D2DFA8E-8B7C-42E5-AE9C-4C85B9B440B7}">
      <dgm:prSet/>
      <dgm:spPr/>
      <dgm:t>
        <a:bodyPr/>
        <a:lstStyle/>
        <a:p>
          <a:endParaRPr lang="en-US"/>
        </a:p>
      </dgm:t>
    </dgm:pt>
    <dgm:pt modelId="{63E5A597-FFAA-44E1-9499-04323886E927}" type="sibTrans" cxnId="{6D2DFA8E-8B7C-42E5-AE9C-4C85B9B440B7}">
      <dgm:prSet/>
      <dgm:spPr/>
      <dgm:t>
        <a:bodyPr/>
        <a:lstStyle/>
        <a:p>
          <a:endParaRPr lang="en-US"/>
        </a:p>
      </dgm:t>
    </dgm:pt>
    <dgm:pt modelId="{21BE1334-C056-49AE-BF0B-6505D4B312F0}">
      <dgm:prSet/>
      <dgm:spPr/>
      <dgm:t>
        <a:bodyPr/>
        <a:lstStyle/>
        <a:p>
          <a:r>
            <a:rPr lang="en-US"/>
            <a:t>Data flow workers</a:t>
          </a:r>
        </a:p>
      </dgm:t>
    </dgm:pt>
    <dgm:pt modelId="{2E6BE635-6DF2-426B-A904-1C1AFDEABF9E}" type="parTrans" cxnId="{F6345215-7BDC-47A8-992E-838D8050CD30}">
      <dgm:prSet/>
      <dgm:spPr/>
      <dgm:t>
        <a:bodyPr/>
        <a:lstStyle/>
        <a:p>
          <a:endParaRPr lang="en-US"/>
        </a:p>
      </dgm:t>
    </dgm:pt>
    <dgm:pt modelId="{400D9D53-4BBA-4615-9C3C-3E55DCFA8ED9}" type="sibTrans" cxnId="{F6345215-7BDC-47A8-992E-838D8050CD30}">
      <dgm:prSet/>
      <dgm:spPr/>
      <dgm:t>
        <a:bodyPr/>
        <a:lstStyle/>
        <a:p>
          <a:endParaRPr lang="en-US"/>
        </a:p>
      </dgm:t>
    </dgm:pt>
    <dgm:pt modelId="{5F925B62-7D55-4B09-8C43-597BCF273075}">
      <dgm:prSet/>
      <dgm:spPr/>
      <dgm:t>
        <a:bodyPr/>
        <a:lstStyle/>
        <a:p>
          <a:r>
            <a:rPr lang="en-US"/>
            <a:t>Read handlers</a:t>
          </a:r>
        </a:p>
      </dgm:t>
    </dgm:pt>
    <dgm:pt modelId="{64011E8D-16D1-4791-B15F-F20B745A246D}" type="parTrans" cxnId="{466E7112-88ED-49DF-B5BD-62260870C719}">
      <dgm:prSet/>
      <dgm:spPr/>
      <dgm:t>
        <a:bodyPr/>
        <a:lstStyle/>
        <a:p>
          <a:endParaRPr lang="en-US"/>
        </a:p>
      </dgm:t>
    </dgm:pt>
    <dgm:pt modelId="{CE64D4FF-0173-4185-9C1D-DCE07D013B43}" type="sibTrans" cxnId="{466E7112-88ED-49DF-B5BD-62260870C719}">
      <dgm:prSet/>
      <dgm:spPr/>
      <dgm:t>
        <a:bodyPr/>
        <a:lstStyle/>
        <a:p>
          <a:endParaRPr lang="en-US"/>
        </a:p>
      </dgm:t>
    </dgm:pt>
    <dgm:pt modelId="{6B5FDC08-9F62-45D6-A058-8E064AFE04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 most one data flow worker executes updates for each operator for lock free processing</a:t>
          </a:r>
        </a:p>
      </dgm:t>
    </dgm:pt>
    <dgm:pt modelId="{0960AA63-FDE5-4256-9918-C7133D0FE740}" type="parTrans" cxnId="{C1E5D104-C081-4F7A-8366-3644123BF6E9}">
      <dgm:prSet/>
      <dgm:spPr/>
      <dgm:t>
        <a:bodyPr/>
        <a:lstStyle/>
        <a:p>
          <a:endParaRPr lang="en-US"/>
        </a:p>
      </dgm:t>
    </dgm:pt>
    <dgm:pt modelId="{E946B409-87D1-43B3-A89F-20101A95E002}" type="sibTrans" cxnId="{C1E5D104-C081-4F7A-8366-3644123BF6E9}">
      <dgm:prSet/>
      <dgm:spPr/>
      <dgm:t>
        <a:bodyPr/>
        <a:lstStyle/>
        <a:p>
          <a:endParaRPr lang="en-US"/>
        </a:p>
      </dgm:t>
    </dgm:pt>
    <dgm:pt modelId="{74552D68-2052-4031-963C-E49FA0B8C4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Noria also schedules chain of operators with one key, which allows performing </a:t>
          </a:r>
          <a:r>
            <a:rPr lang="en-US" err="1"/>
            <a:t>upqueries</a:t>
          </a:r>
          <a:r>
            <a:rPr lang="en-US"/>
            <a:t> without worrying about inflight updates</a:t>
          </a:r>
        </a:p>
      </dgm:t>
    </dgm:pt>
    <dgm:pt modelId="{22E78DBE-7B8C-41D1-A254-CC908967550F}" type="parTrans" cxnId="{615573A9-CE98-48C7-A380-CBF097D9C40F}">
      <dgm:prSet/>
      <dgm:spPr/>
      <dgm:t>
        <a:bodyPr/>
        <a:lstStyle/>
        <a:p>
          <a:endParaRPr lang="en-US"/>
        </a:p>
      </dgm:t>
    </dgm:pt>
    <dgm:pt modelId="{7951857F-FF47-492F-9EFC-8E8BCA5CD000}" type="sibTrans" cxnId="{615573A9-CE98-48C7-A380-CBF097D9C40F}">
      <dgm:prSet/>
      <dgm:spPr/>
      <dgm:t>
        <a:bodyPr/>
        <a:lstStyle/>
        <a:p>
          <a:endParaRPr lang="en-US"/>
        </a:p>
      </dgm:t>
    </dgm:pt>
    <dgm:pt modelId="{3772E1F1-5D88-4994-B174-32AD4D1874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Noria uses double buffered hash tables for external views for concurrent reads and writes</a:t>
          </a:r>
        </a:p>
      </dgm:t>
    </dgm:pt>
    <dgm:pt modelId="{BDF28407-16EA-42C9-86E1-4A171ADC76AC}" type="parTrans" cxnId="{B4E360B3-0C9F-43DD-B08A-2FEE082C6E61}">
      <dgm:prSet/>
      <dgm:spPr/>
      <dgm:t>
        <a:bodyPr/>
        <a:lstStyle/>
        <a:p>
          <a:endParaRPr lang="en-US"/>
        </a:p>
      </dgm:t>
    </dgm:pt>
    <dgm:pt modelId="{342E6ABA-1916-4B38-9D1D-E7CE821D942A}" type="sibTrans" cxnId="{B4E360B3-0C9F-43DD-B08A-2FEE082C6E61}">
      <dgm:prSet/>
      <dgm:spPr/>
      <dgm:t>
        <a:bodyPr/>
        <a:lstStyle/>
        <a:p>
          <a:endParaRPr lang="en-US"/>
        </a:p>
      </dgm:t>
    </dgm:pt>
    <dgm:pt modelId="{9C2A86A8-6A5C-4EEE-B747-67D340561F9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Tw Cen MT Condensed" panose="020B0606020104020203"/>
            </a:rPr>
            <a:t>This avoids locking </a:t>
          </a:r>
        </a:p>
      </dgm:t>
    </dgm:pt>
    <dgm:pt modelId="{75636E57-419A-4B92-961E-A1AA8B8F7A23}" type="parTrans" cxnId="{85107B56-73E1-4F5D-BA6B-45C7AFD5C69A}">
      <dgm:prSet/>
      <dgm:spPr/>
      <dgm:t>
        <a:bodyPr/>
        <a:lstStyle/>
        <a:p>
          <a:endParaRPr lang="en-US"/>
        </a:p>
      </dgm:t>
    </dgm:pt>
    <dgm:pt modelId="{4D08B448-8D62-4610-8B5E-7C354F656490}" type="sibTrans" cxnId="{85107B56-73E1-4F5D-BA6B-45C7AFD5C69A}">
      <dgm:prSet/>
      <dgm:spPr/>
      <dgm:t>
        <a:bodyPr/>
        <a:lstStyle/>
        <a:p>
          <a:endParaRPr lang="en-US"/>
        </a:p>
      </dgm:t>
    </dgm:pt>
    <dgm:pt modelId="{D0316FF2-F33D-4A0E-A29A-60EA8DDAF492}">
      <dgm:prSet phldr="0"/>
      <dgm:spPr/>
      <dgm:t>
        <a:bodyPr/>
        <a:lstStyle/>
        <a:p>
          <a:pPr rtl="0"/>
          <a:r>
            <a:rPr lang="en-US">
              <a:latin typeface="Tw Cen MT Condensed" panose="020B0606020104020203"/>
            </a:rPr>
            <a:t>Implemented using a new data structure called evmap</a:t>
          </a:r>
          <a:endParaRPr lang="en-US"/>
        </a:p>
      </dgm:t>
    </dgm:pt>
    <dgm:pt modelId="{76861654-DAE2-4A89-BD39-837DF030B5DA}" type="parTrans" cxnId="{B2A8D671-C3E3-419C-A84A-3C55A2BDE96F}">
      <dgm:prSet/>
      <dgm:spPr/>
      <dgm:t>
        <a:bodyPr/>
        <a:lstStyle/>
        <a:p>
          <a:endParaRPr lang="en-US"/>
        </a:p>
      </dgm:t>
    </dgm:pt>
    <dgm:pt modelId="{74B2D9CE-A622-44B5-A15D-F74DFC287E5D}" type="sibTrans" cxnId="{B2A8D671-C3E3-419C-A84A-3C55A2BDE96F}">
      <dgm:prSet/>
      <dgm:spPr/>
      <dgm:t>
        <a:bodyPr/>
        <a:lstStyle/>
        <a:p>
          <a:endParaRPr lang="en-US"/>
        </a:p>
      </dgm:t>
    </dgm:pt>
    <dgm:pt modelId="{AC01E7CD-C4C1-48A5-A0C5-7147CECAD09D}" type="pres">
      <dgm:prSet presAssocID="{77D73F6F-57AC-48B7-A858-B08D9BEE7480}" presName="root" presStyleCnt="0">
        <dgm:presLayoutVars>
          <dgm:dir/>
          <dgm:resizeHandles val="exact"/>
        </dgm:presLayoutVars>
      </dgm:prSet>
      <dgm:spPr/>
    </dgm:pt>
    <dgm:pt modelId="{4FD7F1C9-2C1D-4B68-9101-01C14A58B5BF}" type="pres">
      <dgm:prSet presAssocID="{BE114BD5-C421-49AC-AAB1-AC547CDF4353}" presName="compNode" presStyleCnt="0"/>
      <dgm:spPr/>
    </dgm:pt>
    <dgm:pt modelId="{6354025B-65F2-47DF-B148-40603DE19A6D}" type="pres">
      <dgm:prSet presAssocID="{BE114BD5-C421-49AC-AAB1-AC547CDF435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7E8539A-7607-4D20-BA6F-2D3A37CD9246}" type="pres">
      <dgm:prSet presAssocID="{BE114BD5-C421-49AC-AAB1-AC547CDF4353}" presName="iconSpace" presStyleCnt="0"/>
      <dgm:spPr/>
    </dgm:pt>
    <dgm:pt modelId="{AC351361-5D0B-48CB-B959-4834E52CFC04}" type="pres">
      <dgm:prSet presAssocID="{BE114BD5-C421-49AC-AAB1-AC547CDF4353}" presName="parTx" presStyleLbl="revTx" presStyleIdx="0" presStyleCnt="4">
        <dgm:presLayoutVars>
          <dgm:chMax val="0"/>
          <dgm:chPref val="0"/>
        </dgm:presLayoutVars>
      </dgm:prSet>
      <dgm:spPr/>
    </dgm:pt>
    <dgm:pt modelId="{D1F7733C-50BD-456D-8AD4-3EAEF2AE4C5B}" type="pres">
      <dgm:prSet presAssocID="{BE114BD5-C421-49AC-AAB1-AC547CDF4353}" presName="txSpace" presStyleCnt="0"/>
      <dgm:spPr/>
    </dgm:pt>
    <dgm:pt modelId="{2746D079-975E-458C-BBFD-F53ED39160ED}" type="pres">
      <dgm:prSet presAssocID="{BE114BD5-C421-49AC-AAB1-AC547CDF4353}" presName="desTx" presStyleLbl="revTx" presStyleIdx="1" presStyleCnt="4">
        <dgm:presLayoutVars/>
      </dgm:prSet>
      <dgm:spPr/>
    </dgm:pt>
    <dgm:pt modelId="{449AF71F-479A-435E-BD0A-BC34B2E6F1E2}" type="pres">
      <dgm:prSet presAssocID="{AAABE172-B201-4EB0-8665-F60A073E8B27}" presName="sibTrans" presStyleCnt="0"/>
      <dgm:spPr/>
    </dgm:pt>
    <dgm:pt modelId="{E0E5D1EE-2F72-4946-AA9A-66DC77AEF061}" type="pres">
      <dgm:prSet presAssocID="{A81B5F56-7A7C-4815-BF9A-8D81A7E8A1CB}" presName="compNode" presStyleCnt="0"/>
      <dgm:spPr/>
    </dgm:pt>
    <dgm:pt modelId="{FD6FC95E-3FDB-49EE-9C16-8EC87A54E88D}" type="pres">
      <dgm:prSet presAssocID="{A81B5F56-7A7C-4815-BF9A-8D81A7E8A1C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2DA12E4-EF17-4446-B52B-37043D448B8C}" type="pres">
      <dgm:prSet presAssocID="{A81B5F56-7A7C-4815-BF9A-8D81A7E8A1CB}" presName="iconSpace" presStyleCnt="0"/>
      <dgm:spPr/>
    </dgm:pt>
    <dgm:pt modelId="{1621FFEA-FBF6-4D89-B53F-073871C7F5C2}" type="pres">
      <dgm:prSet presAssocID="{A81B5F56-7A7C-4815-BF9A-8D81A7E8A1CB}" presName="parTx" presStyleLbl="revTx" presStyleIdx="2" presStyleCnt="4">
        <dgm:presLayoutVars>
          <dgm:chMax val="0"/>
          <dgm:chPref val="0"/>
        </dgm:presLayoutVars>
      </dgm:prSet>
      <dgm:spPr/>
    </dgm:pt>
    <dgm:pt modelId="{4A5C9183-3BDD-47C1-9EC3-6F09E9A82817}" type="pres">
      <dgm:prSet presAssocID="{A81B5F56-7A7C-4815-BF9A-8D81A7E8A1CB}" presName="txSpace" presStyleCnt="0"/>
      <dgm:spPr/>
    </dgm:pt>
    <dgm:pt modelId="{8385F777-652B-44A4-895D-78059D8849A7}" type="pres">
      <dgm:prSet presAssocID="{A81B5F56-7A7C-4815-BF9A-8D81A7E8A1CB}" presName="desTx" presStyleLbl="revTx" presStyleIdx="3" presStyleCnt="4">
        <dgm:presLayoutVars/>
      </dgm:prSet>
      <dgm:spPr/>
    </dgm:pt>
  </dgm:ptLst>
  <dgm:cxnLst>
    <dgm:cxn modelId="{C1E5D104-C081-4F7A-8366-3644123BF6E9}" srcId="{A81B5F56-7A7C-4815-BF9A-8D81A7E8A1CB}" destId="{6B5FDC08-9F62-45D6-A058-8E064AFE04EE}" srcOrd="2" destOrd="0" parTransId="{0960AA63-FDE5-4256-9918-C7133D0FE740}" sibTransId="{E946B409-87D1-43B3-A89F-20101A95E002}"/>
    <dgm:cxn modelId="{A2C2EE04-0B6E-4929-9EE1-1D1D3040D814}" srcId="{77D73F6F-57AC-48B7-A858-B08D9BEE7480}" destId="{BE114BD5-C421-49AC-AAB1-AC547CDF4353}" srcOrd="0" destOrd="0" parTransId="{7F9D9515-065E-4EF3-85FF-FFEE5FC981CB}" sibTransId="{AAABE172-B201-4EB0-8665-F60A073E8B27}"/>
    <dgm:cxn modelId="{1E72BA07-5A42-4668-B30D-0189E5D5F431}" type="presOf" srcId="{2A6AFF48-B3FA-4728-A12C-DD00F3FE5F4E}" destId="{8385F777-652B-44A4-895D-78059D8849A7}" srcOrd="0" destOrd="0" presId="urn:microsoft.com/office/officeart/2018/5/layout/CenteredIconLabelDescriptionList"/>
    <dgm:cxn modelId="{CB6B4F08-B334-4C9B-8BD9-3B83D90984C0}" type="presOf" srcId="{BCFF040C-6A76-471B-A8E1-EE233DD0A7C4}" destId="{2746D079-975E-458C-BBFD-F53ED39160ED}" srcOrd="0" destOrd="0" presId="urn:microsoft.com/office/officeart/2018/5/layout/CenteredIconLabelDescriptionList"/>
    <dgm:cxn modelId="{466E7112-88ED-49DF-B5BD-62260870C719}" srcId="{4EA6DA0C-7D85-42A6-8E07-A5E29B517A50}" destId="{5F925B62-7D55-4B09-8C43-597BCF273075}" srcOrd="1" destOrd="0" parTransId="{64011E8D-16D1-4791-B15F-F20B745A246D}" sibTransId="{CE64D4FF-0173-4185-9C1D-DCE07D013B43}"/>
    <dgm:cxn modelId="{F6345215-7BDC-47A8-992E-838D8050CD30}" srcId="{4EA6DA0C-7D85-42A6-8E07-A5E29B517A50}" destId="{21BE1334-C056-49AE-BF0B-6505D4B312F0}" srcOrd="0" destOrd="0" parTransId="{2E6BE635-6DF2-426B-A904-1C1AFDEABF9E}" sibTransId="{400D9D53-4BBA-4615-9C3C-3E55DCFA8ED9}"/>
    <dgm:cxn modelId="{DB439117-700F-463B-9C00-ED09E5580DE8}" srcId="{BE114BD5-C421-49AC-AAB1-AC547CDF4353}" destId="{16ADDDF9-C7A5-4D05-8B4F-7C0CE031DE9C}" srcOrd="1" destOrd="0" parTransId="{08D434DE-2ED6-4577-AD37-C39117DB3B2E}" sibTransId="{E7FAC18A-8DF6-4970-A076-F20349100B97}"/>
    <dgm:cxn modelId="{C768984D-9A88-4725-99D7-A978572CDBD0}" type="presOf" srcId="{5F925B62-7D55-4B09-8C43-597BCF273075}" destId="{8385F777-652B-44A4-895D-78059D8849A7}" srcOrd="0" destOrd="3" presId="urn:microsoft.com/office/officeart/2018/5/layout/CenteredIconLabelDescriptionList"/>
    <dgm:cxn modelId="{0CE66250-B837-4DD5-A8D7-E61CDF93343B}" type="presOf" srcId="{6B5FDC08-9F62-45D6-A058-8E064AFE04EE}" destId="{8385F777-652B-44A4-895D-78059D8849A7}" srcOrd="0" destOrd="4" presId="urn:microsoft.com/office/officeart/2018/5/layout/CenteredIconLabelDescriptionList"/>
    <dgm:cxn modelId="{B2A8D671-C3E3-419C-A84A-3C55A2BDE96F}" srcId="{3772E1F1-5D88-4994-B174-32AD4D1874E8}" destId="{D0316FF2-F33D-4A0E-A29A-60EA8DDAF492}" srcOrd="1" destOrd="0" parTransId="{76861654-DAE2-4A89-BD39-837DF030B5DA}" sibTransId="{74B2D9CE-A622-44B5-A15D-F74DFC287E5D}"/>
    <dgm:cxn modelId="{85107B56-73E1-4F5D-BA6B-45C7AFD5C69A}" srcId="{3772E1F1-5D88-4994-B174-32AD4D1874E8}" destId="{9C2A86A8-6A5C-4EEE-B747-67D340561F90}" srcOrd="0" destOrd="0" parTransId="{75636E57-419A-4B92-961E-A1AA8B8F7A23}" sibTransId="{4D08B448-8D62-4610-8B5E-7C354F656490}"/>
    <dgm:cxn modelId="{498ABF58-2E3D-4C7B-AF4C-7E341E309CCC}" srcId="{A81B5F56-7A7C-4815-BF9A-8D81A7E8A1CB}" destId="{2A6AFF48-B3FA-4728-A12C-DD00F3FE5F4E}" srcOrd="0" destOrd="0" parTransId="{543B9C08-A2BA-4404-BF60-292839BDDC29}" sibTransId="{3D19F73E-FCFC-4E2A-B20B-BA2E90FA3405}"/>
    <dgm:cxn modelId="{1B5C895A-174D-41AC-B0EF-0ADB4D9DA86B}" type="presOf" srcId="{74552D68-2052-4031-963C-E49FA0B8C484}" destId="{8385F777-652B-44A4-895D-78059D8849A7}" srcOrd="0" destOrd="5" presId="urn:microsoft.com/office/officeart/2018/5/layout/CenteredIconLabelDescriptionList"/>
    <dgm:cxn modelId="{25CA6E7D-5C4B-4414-8DCD-CC79E5630BA7}" type="presOf" srcId="{3772E1F1-5D88-4994-B174-32AD4D1874E8}" destId="{8385F777-652B-44A4-895D-78059D8849A7}" srcOrd="0" destOrd="6" presId="urn:microsoft.com/office/officeart/2018/5/layout/CenteredIconLabelDescriptionList"/>
    <dgm:cxn modelId="{5253AE83-D4A9-4F67-A50A-F08185F0A7B0}" type="presOf" srcId="{D0316FF2-F33D-4A0E-A29A-60EA8DDAF492}" destId="{8385F777-652B-44A4-895D-78059D8849A7}" srcOrd="0" destOrd="8" presId="urn:microsoft.com/office/officeart/2018/5/layout/CenteredIconLabelDescriptionList"/>
    <dgm:cxn modelId="{68F7A286-CBD6-4F8C-BCC9-8AA036C65E93}" type="presOf" srcId="{4EA6DA0C-7D85-42A6-8E07-A5E29B517A50}" destId="{8385F777-652B-44A4-895D-78059D8849A7}" srcOrd="0" destOrd="1" presId="urn:microsoft.com/office/officeart/2018/5/layout/CenteredIconLabelDescriptionList"/>
    <dgm:cxn modelId="{6D2DFA8E-8B7C-42E5-AE9C-4C85B9B440B7}" srcId="{A81B5F56-7A7C-4815-BF9A-8D81A7E8A1CB}" destId="{4EA6DA0C-7D85-42A6-8E07-A5E29B517A50}" srcOrd="1" destOrd="0" parTransId="{BDE0B3DF-F4ED-4B08-9CB3-47451E588C42}" sibTransId="{63E5A597-FFAA-44E1-9499-04323886E927}"/>
    <dgm:cxn modelId="{7C7B64A3-990A-46B2-A435-723FD9D83E8E}" type="presOf" srcId="{BE114BD5-C421-49AC-AAB1-AC547CDF4353}" destId="{AC351361-5D0B-48CB-B959-4834E52CFC04}" srcOrd="0" destOrd="0" presId="urn:microsoft.com/office/officeart/2018/5/layout/CenteredIconLabelDescriptionList"/>
    <dgm:cxn modelId="{615573A9-CE98-48C7-A380-CBF097D9C40F}" srcId="{A81B5F56-7A7C-4815-BF9A-8D81A7E8A1CB}" destId="{74552D68-2052-4031-963C-E49FA0B8C484}" srcOrd="3" destOrd="0" parTransId="{22E78DBE-7B8C-41D1-A254-CC908967550F}" sibTransId="{7951857F-FF47-492F-9EFC-8E8BCA5CD000}"/>
    <dgm:cxn modelId="{B4E360B3-0C9F-43DD-B08A-2FEE082C6E61}" srcId="{A81B5F56-7A7C-4815-BF9A-8D81A7E8A1CB}" destId="{3772E1F1-5D88-4994-B174-32AD4D1874E8}" srcOrd="4" destOrd="0" parTransId="{BDF28407-16EA-42C9-86E1-4A171ADC76AC}" sibTransId="{342E6ABA-1916-4B38-9D1D-E7CE821D942A}"/>
    <dgm:cxn modelId="{AF6575C7-9661-4AA0-80F8-70BF574AF5F3}" type="presOf" srcId="{21BE1334-C056-49AE-BF0B-6505D4B312F0}" destId="{8385F777-652B-44A4-895D-78059D8849A7}" srcOrd="0" destOrd="2" presId="urn:microsoft.com/office/officeart/2018/5/layout/CenteredIconLabelDescriptionList"/>
    <dgm:cxn modelId="{F356B8D7-B249-4904-A01F-09C4F260B7A5}" srcId="{BE114BD5-C421-49AC-AAB1-AC547CDF4353}" destId="{BCFF040C-6A76-471B-A8E1-EE233DD0A7C4}" srcOrd="0" destOrd="0" parTransId="{B303DDA5-B6BF-4AC0-B093-AAC86E62F3B8}" sibTransId="{83321C23-0CE5-4265-A926-2D607139884B}"/>
    <dgm:cxn modelId="{ED87B0DA-12F4-4915-8757-E06E1F296103}" srcId="{77D73F6F-57AC-48B7-A858-B08D9BEE7480}" destId="{A81B5F56-7A7C-4815-BF9A-8D81A7E8A1CB}" srcOrd="1" destOrd="0" parTransId="{516B6E49-60AF-4B07-B97D-7F4BF03931AA}" sibTransId="{95A4BCB7-75F2-4714-9A73-BEBB95877478}"/>
    <dgm:cxn modelId="{97A870E1-447E-4CCF-B567-EEA506D845C0}" type="presOf" srcId="{A81B5F56-7A7C-4815-BF9A-8D81A7E8A1CB}" destId="{1621FFEA-FBF6-4D89-B53F-073871C7F5C2}" srcOrd="0" destOrd="0" presId="urn:microsoft.com/office/officeart/2018/5/layout/CenteredIconLabelDescriptionList"/>
    <dgm:cxn modelId="{B56880FB-262E-430E-B909-81682BC3FD20}" type="presOf" srcId="{9C2A86A8-6A5C-4EEE-B747-67D340561F90}" destId="{8385F777-652B-44A4-895D-78059D8849A7}" srcOrd="0" destOrd="7" presId="urn:microsoft.com/office/officeart/2018/5/layout/CenteredIconLabelDescriptionList"/>
    <dgm:cxn modelId="{F478CAFB-5C33-4207-84E3-3BADA607EFCE}" type="presOf" srcId="{16ADDDF9-C7A5-4D05-8B4F-7C0CE031DE9C}" destId="{2746D079-975E-458C-BBFD-F53ED39160ED}" srcOrd="0" destOrd="1" presId="urn:microsoft.com/office/officeart/2018/5/layout/CenteredIconLabelDescriptionList"/>
    <dgm:cxn modelId="{CA267BFD-3F80-4F32-BD3C-FCC732E8D90C}" type="presOf" srcId="{77D73F6F-57AC-48B7-A858-B08D9BEE7480}" destId="{AC01E7CD-C4C1-48A5-A0C5-7147CECAD09D}" srcOrd="0" destOrd="0" presId="urn:microsoft.com/office/officeart/2018/5/layout/CenteredIconLabelDescriptionList"/>
    <dgm:cxn modelId="{725F8844-E71E-4D19-AFFD-360F8515BB72}" type="presParOf" srcId="{AC01E7CD-C4C1-48A5-A0C5-7147CECAD09D}" destId="{4FD7F1C9-2C1D-4B68-9101-01C14A58B5BF}" srcOrd="0" destOrd="0" presId="urn:microsoft.com/office/officeart/2018/5/layout/CenteredIconLabelDescriptionList"/>
    <dgm:cxn modelId="{D09B0F4C-7CD7-4596-B5DD-1E8F4E0E141D}" type="presParOf" srcId="{4FD7F1C9-2C1D-4B68-9101-01C14A58B5BF}" destId="{6354025B-65F2-47DF-B148-40603DE19A6D}" srcOrd="0" destOrd="0" presId="urn:microsoft.com/office/officeart/2018/5/layout/CenteredIconLabelDescriptionList"/>
    <dgm:cxn modelId="{706CD214-99D5-4AE3-B840-DBC9F265ED61}" type="presParOf" srcId="{4FD7F1C9-2C1D-4B68-9101-01C14A58B5BF}" destId="{87E8539A-7607-4D20-BA6F-2D3A37CD9246}" srcOrd="1" destOrd="0" presId="urn:microsoft.com/office/officeart/2018/5/layout/CenteredIconLabelDescriptionList"/>
    <dgm:cxn modelId="{8736B51B-F81D-4071-A2B9-2593EE796BB4}" type="presParOf" srcId="{4FD7F1C9-2C1D-4B68-9101-01C14A58B5BF}" destId="{AC351361-5D0B-48CB-B959-4834E52CFC04}" srcOrd="2" destOrd="0" presId="urn:microsoft.com/office/officeart/2018/5/layout/CenteredIconLabelDescriptionList"/>
    <dgm:cxn modelId="{31C795DC-BCA0-4EE5-A611-062D9F5148CB}" type="presParOf" srcId="{4FD7F1C9-2C1D-4B68-9101-01C14A58B5BF}" destId="{D1F7733C-50BD-456D-8AD4-3EAEF2AE4C5B}" srcOrd="3" destOrd="0" presId="urn:microsoft.com/office/officeart/2018/5/layout/CenteredIconLabelDescriptionList"/>
    <dgm:cxn modelId="{1CD514BD-9981-4EA5-98E2-4FBD88F18476}" type="presParOf" srcId="{4FD7F1C9-2C1D-4B68-9101-01C14A58B5BF}" destId="{2746D079-975E-458C-BBFD-F53ED39160ED}" srcOrd="4" destOrd="0" presId="urn:microsoft.com/office/officeart/2018/5/layout/CenteredIconLabelDescriptionList"/>
    <dgm:cxn modelId="{77FD0EE6-C874-474C-9BEC-8838A625EE82}" type="presParOf" srcId="{AC01E7CD-C4C1-48A5-A0C5-7147CECAD09D}" destId="{449AF71F-479A-435E-BD0A-BC34B2E6F1E2}" srcOrd="1" destOrd="0" presId="urn:microsoft.com/office/officeart/2018/5/layout/CenteredIconLabelDescriptionList"/>
    <dgm:cxn modelId="{BA74F014-319D-45CB-9CD6-F4808A2B0ED7}" type="presParOf" srcId="{AC01E7CD-C4C1-48A5-A0C5-7147CECAD09D}" destId="{E0E5D1EE-2F72-4946-AA9A-66DC77AEF061}" srcOrd="2" destOrd="0" presId="urn:microsoft.com/office/officeart/2018/5/layout/CenteredIconLabelDescriptionList"/>
    <dgm:cxn modelId="{9FDD3399-3A1E-4794-88A3-31D890E902AE}" type="presParOf" srcId="{E0E5D1EE-2F72-4946-AA9A-66DC77AEF061}" destId="{FD6FC95E-3FDB-49EE-9C16-8EC87A54E88D}" srcOrd="0" destOrd="0" presId="urn:microsoft.com/office/officeart/2018/5/layout/CenteredIconLabelDescriptionList"/>
    <dgm:cxn modelId="{2D9A0B5F-C205-444F-AB08-5943DF37244F}" type="presParOf" srcId="{E0E5D1EE-2F72-4946-AA9A-66DC77AEF061}" destId="{E2DA12E4-EF17-4446-B52B-37043D448B8C}" srcOrd="1" destOrd="0" presId="urn:microsoft.com/office/officeart/2018/5/layout/CenteredIconLabelDescriptionList"/>
    <dgm:cxn modelId="{F9E45632-5586-49AA-8453-E33694FBBE51}" type="presParOf" srcId="{E0E5D1EE-2F72-4946-AA9A-66DC77AEF061}" destId="{1621FFEA-FBF6-4D89-B53F-073871C7F5C2}" srcOrd="2" destOrd="0" presId="urn:microsoft.com/office/officeart/2018/5/layout/CenteredIconLabelDescriptionList"/>
    <dgm:cxn modelId="{392DF450-2FFD-4C5D-9A63-2BA32E086116}" type="presParOf" srcId="{E0E5D1EE-2F72-4946-AA9A-66DC77AEF061}" destId="{4A5C9183-3BDD-47C1-9EC3-6F09E9A82817}" srcOrd="3" destOrd="0" presId="urn:microsoft.com/office/officeart/2018/5/layout/CenteredIconLabelDescriptionList"/>
    <dgm:cxn modelId="{04B2DD4A-3A12-466D-973D-85F9FC1A6E08}" type="presParOf" srcId="{E0E5D1EE-2F72-4946-AA9A-66DC77AEF061}" destId="{8385F777-652B-44A4-895D-78059D8849A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3103B29-3F47-4075-A637-4D058FF103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9DE0C9A-0186-41F9-80AF-4F65F97A11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does not support resharding, as resharding requires sending updates in a single instance</a:t>
          </a:r>
        </a:p>
      </dgm:t>
    </dgm:pt>
    <dgm:pt modelId="{0067FE50-D6C3-427E-80FB-9818693D06A3}" type="parTrans" cxnId="{1F388501-A5C5-41A2-B588-E06724882CB8}">
      <dgm:prSet/>
      <dgm:spPr/>
      <dgm:t>
        <a:bodyPr/>
        <a:lstStyle/>
        <a:p>
          <a:endParaRPr lang="en-US"/>
        </a:p>
      </dgm:t>
    </dgm:pt>
    <dgm:pt modelId="{AFB744F1-1652-4BDA-AA05-7AE9E46DCE4E}" type="sibTrans" cxnId="{1F388501-A5C5-41A2-B588-E06724882C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0F5526-672B-41D5-BA5F-478AF44019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Dataflow is recomputed when a failure occurs</a:t>
          </a:r>
        </a:p>
      </dgm:t>
    </dgm:pt>
    <dgm:pt modelId="{528E8CA2-0E3A-4CC0-9EF1-58F57D8BEC58}" type="parTrans" cxnId="{FC60EBDC-5C74-4C47-ACCF-24EDBBAC9D2F}">
      <dgm:prSet/>
      <dgm:spPr/>
      <dgm:t>
        <a:bodyPr/>
        <a:lstStyle/>
        <a:p>
          <a:endParaRPr lang="en-US"/>
        </a:p>
      </dgm:t>
    </dgm:pt>
    <dgm:pt modelId="{B72D9EC3-1817-4B3C-A7C8-4D1B874A96CA}" type="sibTrans" cxnId="{FC60EBDC-5C74-4C47-ACCF-24EDBBAC9D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9F3AE6-4E0A-462F-B525-9D945A51B2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doesnot support range indices and multi column joins</a:t>
          </a:r>
        </a:p>
      </dgm:t>
    </dgm:pt>
    <dgm:pt modelId="{6118188C-D837-46BF-B8B4-CBAFEA631F6D}" type="parTrans" cxnId="{92A5DE53-A2BD-47EF-99CC-E16FC8358B62}">
      <dgm:prSet/>
      <dgm:spPr/>
      <dgm:t>
        <a:bodyPr/>
        <a:lstStyle/>
        <a:p>
          <a:endParaRPr lang="en-US"/>
        </a:p>
      </dgm:t>
    </dgm:pt>
    <dgm:pt modelId="{15E09159-2942-40C6-ACD9-3BF38F1CE155}" type="sibTrans" cxnId="{92A5DE53-A2BD-47EF-99CC-E16FC8358B62}">
      <dgm:prSet/>
      <dgm:spPr/>
      <dgm:t>
        <a:bodyPr/>
        <a:lstStyle/>
        <a:p>
          <a:endParaRPr lang="en-US"/>
        </a:p>
      </dgm:t>
    </dgm:pt>
    <dgm:pt modelId="{71617F49-5C3C-4964-B657-21EC41FEA62C}" type="pres">
      <dgm:prSet presAssocID="{63103B29-3F47-4075-A637-4D058FF10394}" presName="root" presStyleCnt="0">
        <dgm:presLayoutVars>
          <dgm:dir/>
          <dgm:resizeHandles val="exact"/>
        </dgm:presLayoutVars>
      </dgm:prSet>
      <dgm:spPr/>
    </dgm:pt>
    <dgm:pt modelId="{0B1D2A2F-7DE4-4F9C-9160-909AD90FEF94}" type="pres">
      <dgm:prSet presAssocID="{39DE0C9A-0186-41F9-80AF-4F65F97A11E5}" presName="compNode" presStyleCnt="0"/>
      <dgm:spPr/>
    </dgm:pt>
    <dgm:pt modelId="{81498379-F4B7-4C6A-91AD-72CB21854CAF}" type="pres">
      <dgm:prSet presAssocID="{39DE0C9A-0186-41F9-80AF-4F65F97A11E5}" presName="bgRect" presStyleLbl="bgShp" presStyleIdx="0" presStyleCnt="3"/>
      <dgm:spPr/>
    </dgm:pt>
    <dgm:pt modelId="{309B9A7D-E9E5-47A8-9D5E-36CCFD28E4DD}" type="pres">
      <dgm:prSet presAssocID="{39DE0C9A-0186-41F9-80AF-4F65F97A11E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turn"/>
        </a:ext>
      </dgm:extLst>
    </dgm:pt>
    <dgm:pt modelId="{780D768F-AE9A-4EE8-99A2-3C816F065FA2}" type="pres">
      <dgm:prSet presAssocID="{39DE0C9A-0186-41F9-80AF-4F65F97A11E5}" presName="spaceRect" presStyleCnt="0"/>
      <dgm:spPr/>
    </dgm:pt>
    <dgm:pt modelId="{6629AE66-619C-4D6B-B478-7102CAD1AC86}" type="pres">
      <dgm:prSet presAssocID="{39DE0C9A-0186-41F9-80AF-4F65F97A11E5}" presName="parTx" presStyleLbl="revTx" presStyleIdx="0" presStyleCnt="3">
        <dgm:presLayoutVars>
          <dgm:chMax val="0"/>
          <dgm:chPref val="0"/>
        </dgm:presLayoutVars>
      </dgm:prSet>
      <dgm:spPr/>
    </dgm:pt>
    <dgm:pt modelId="{5AC48EE6-74C8-4564-A291-A91525CC004E}" type="pres">
      <dgm:prSet presAssocID="{AFB744F1-1652-4BDA-AA05-7AE9E46DCE4E}" presName="sibTrans" presStyleCnt="0"/>
      <dgm:spPr/>
    </dgm:pt>
    <dgm:pt modelId="{F241EB6B-23DE-4C8B-8E64-A9C0165365F4}" type="pres">
      <dgm:prSet presAssocID="{9E0F5526-672B-41D5-BA5F-478AF4401919}" presName="compNode" presStyleCnt="0"/>
      <dgm:spPr/>
    </dgm:pt>
    <dgm:pt modelId="{2E3837D7-75E4-4D94-A5A8-5468B5D24A6A}" type="pres">
      <dgm:prSet presAssocID="{9E0F5526-672B-41D5-BA5F-478AF4401919}" presName="bgRect" presStyleLbl="bgShp" presStyleIdx="1" presStyleCnt="3"/>
      <dgm:spPr/>
    </dgm:pt>
    <dgm:pt modelId="{8B236F81-D497-46CC-B5AC-08FD1BCF7B8B}" type="pres">
      <dgm:prSet presAssocID="{9E0F5526-672B-41D5-BA5F-478AF44019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345EE05-2EB2-4473-9F2C-88302D6B26B5}" type="pres">
      <dgm:prSet presAssocID="{9E0F5526-672B-41D5-BA5F-478AF4401919}" presName="spaceRect" presStyleCnt="0"/>
      <dgm:spPr/>
    </dgm:pt>
    <dgm:pt modelId="{2DEA7861-3432-4BC0-8E85-BA871352215F}" type="pres">
      <dgm:prSet presAssocID="{9E0F5526-672B-41D5-BA5F-478AF4401919}" presName="parTx" presStyleLbl="revTx" presStyleIdx="1" presStyleCnt="3">
        <dgm:presLayoutVars>
          <dgm:chMax val="0"/>
          <dgm:chPref val="0"/>
        </dgm:presLayoutVars>
      </dgm:prSet>
      <dgm:spPr/>
    </dgm:pt>
    <dgm:pt modelId="{F1D7F3CD-048E-41E2-BD1A-3A9355168BD4}" type="pres">
      <dgm:prSet presAssocID="{B72D9EC3-1817-4B3C-A7C8-4D1B874A96CA}" presName="sibTrans" presStyleCnt="0"/>
      <dgm:spPr/>
    </dgm:pt>
    <dgm:pt modelId="{77CDFA94-A11B-4EBB-8F47-B182046D12E9}" type="pres">
      <dgm:prSet presAssocID="{689F3AE6-4E0A-462F-B525-9D945A51B2E4}" presName="compNode" presStyleCnt="0"/>
      <dgm:spPr/>
    </dgm:pt>
    <dgm:pt modelId="{C855AED2-7CAE-4D1B-8A52-68DEECD2733D}" type="pres">
      <dgm:prSet presAssocID="{689F3AE6-4E0A-462F-B525-9D945A51B2E4}" presName="bgRect" presStyleLbl="bgShp" presStyleIdx="2" presStyleCnt="3"/>
      <dgm:spPr/>
    </dgm:pt>
    <dgm:pt modelId="{98F70D68-A1FB-4EBA-AA4C-6E9F18503894}" type="pres">
      <dgm:prSet presAssocID="{689F3AE6-4E0A-462F-B525-9D945A51B2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ED8417BC-4845-4938-888B-3AB8F3BA910A}" type="pres">
      <dgm:prSet presAssocID="{689F3AE6-4E0A-462F-B525-9D945A51B2E4}" presName="spaceRect" presStyleCnt="0"/>
      <dgm:spPr/>
    </dgm:pt>
    <dgm:pt modelId="{A781AD1E-A26E-4D84-96CD-7373E72E28CD}" type="pres">
      <dgm:prSet presAssocID="{689F3AE6-4E0A-462F-B525-9D945A51B2E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F388501-A5C5-41A2-B588-E06724882CB8}" srcId="{63103B29-3F47-4075-A637-4D058FF10394}" destId="{39DE0C9A-0186-41F9-80AF-4F65F97A11E5}" srcOrd="0" destOrd="0" parTransId="{0067FE50-D6C3-427E-80FB-9818693D06A3}" sibTransId="{AFB744F1-1652-4BDA-AA05-7AE9E46DCE4E}"/>
    <dgm:cxn modelId="{04C5D81F-DA6A-452C-8A98-0E71EDF3FEA4}" type="presOf" srcId="{39DE0C9A-0186-41F9-80AF-4F65F97A11E5}" destId="{6629AE66-619C-4D6B-B478-7102CAD1AC86}" srcOrd="0" destOrd="0" presId="urn:microsoft.com/office/officeart/2018/2/layout/IconVerticalSolidList"/>
    <dgm:cxn modelId="{92A5DE53-A2BD-47EF-99CC-E16FC8358B62}" srcId="{63103B29-3F47-4075-A637-4D058FF10394}" destId="{689F3AE6-4E0A-462F-B525-9D945A51B2E4}" srcOrd="2" destOrd="0" parTransId="{6118188C-D837-46BF-B8B4-CBAFEA631F6D}" sibTransId="{15E09159-2942-40C6-ACD9-3BF38F1CE155}"/>
    <dgm:cxn modelId="{D94EA193-E864-4E8F-97A8-4E13311197E1}" type="presOf" srcId="{689F3AE6-4E0A-462F-B525-9D945A51B2E4}" destId="{A781AD1E-A26E-4D84-96CD-7373E72E28CD}" srcOrd="0" destOrd="0" presId="urn:microsoft.com/office/officeart/2018/2/layout/IconVerticalSolidList"/>
    <dgm:cxn modelId="{DE8F56C7-A837-492B-9FD3-4D5AB8EAD4D9}" type="presOf" srcId="{9E0F5526-672B-41D5-BA5F-478AF4401919}" destId="{2DEA7861-3432-4BC0-8E85-BA871352215F}" srcOrd="0" destOrd="0" presId="urn:microsoft.com/office/officeart/2018/2/layout/IconVerticalSolidList"/>
    <dgm:cxn modelId="{FC60EBDC-5C74-4C47-ACCF-24EDBBAC9D2F}" srcId="{63103B29-3F47-4075-A637-4D058FF10394}" destId="{9E0F5526-672B-41D5-BA5F-478AF4401919}" srcOrd="1" destOrd="0" parTransId="{528E8CA2-0E3A-4CC0-9EF1-58F57D8BEC58}" sibTransId="{B72D9EC3-1817-4B3C-A7C8-4D1B874A96CA}"/>
    <dgm:cxn modelId="{D94EA6FB-F0D7-46BE-A615-8103B51F2B7F}" type="presOf" srcId="{63103B29-3F47-4075-A637-4D058FF10394}" destId="{71617F49-5C3C-4964-B657-21EC41FEA62C}" srcOrd="0" destOrd="0" presId="urn:microsoft.com/office/officeart/2018/2/layout/IconVerticalSolidList"/>
    <dgm:cxn modelId="{40DC1FC2-8367-4A7D-9E75-3EAFA74D25BB}" type="presParOf" srcId="{71617F49-5C3C-4964-B657-21EC41FEA62C}" destId="{0B1D2A2F-7DE4-4F9C-9160-909AD90FEF94}" srcOrd="0" destOrd="0" presId="urn:microsoft.com/office/officeart/2018/2/layout/IconVerticalSolidList"/>
    <dgm:cxn modelId="{21BF85C4-A640-4E0F-95C2-7A3E8CE21FB5}" type="presParOf" srcId="{0B1D2A2F-7DE4-4F9C-9160-909AD90FEF94}" destId="{81498379-F4B7-4C6A-91AD-72CB21854CAF}" srcOrd="0" destOrd="0" presId="urn:microsoft.com/office/officeart/2018/2/layout/IconVerticalSolidList"/>
    <dgm:cxn modelId="{E6B15B79-C7B1-44FC-A651-D99C537C767C}" type="presParOf" srcId="{0B1D2A2F-7DE4-4F9C-9160-909AD90FEF94}" destId="{309B9A7D-E9E5-47A8-9D5E-36CCFD28E4DD}" srcOrd="1" destOrd="0" presId="urn:microsoft.com/office/officeart/2018/2/layout/IconVerticalSolidList"/>
    <dgm:cxn modelId="{1F5BD924-E69C-4D1B-83E2-00D9BF1F5CE1}" type="presParOf" srcId="{0B1D2A2F-7DE4-4F9C-9160-909AD90FEF94}" destId="{780D768F-AE9A-4EE8-99A2-3C816F065FA2}" srcOrd="2" destOrd="0" presId="urn:microsoft.com/office/officeart/2018/2/layout/IconVerticalSolidList"/>
    <dgm:cxn modelId="{0071456D-492A-41AD-BB2A-25DF49CE9540}" type="presParOf" srcId="{0B1D2A2F-7DE4-4F9C-9160-909AD90FEF94}" destId="{6629AE66-619C-4D6B-B478-7102CAD1AC86}" srcOrd="3" destOrd="0" presId="urn:microsoft.com/office/officeart/2018/2/layout/IconVerticalSolidList"/>
    <dgm:cxn modelId="{BFEAA514-BE3C-4822-8569-FC9787E7A58F}" type="presParOf" srcId="{71617F49-5C3C-4964-B657-21EC41FEA62C}" destId="{5AC48EE6-74C8-4564-A291-A91525CC004E}" srcOrd="1" destOrd="0" presId="urn:microsoft.com/office/officeart/2018/2/layout/IconVerticalSolidList"/>
    <dgm:cxn modelId="{DD4900E8-0E3A-448D-8F18-4A1D971EC477}" type="presParOf" srcId="{71617F49-5C3C-4964-B657-21EC41FEA62C}" destId="{F241EB6B-23DE-4C8B-8E64-A9C0165365F4}" srcOrd="2" destOrd="0" presId="urn:microsoft.com/office/officeart/2018/2/layout/IconVerticalSolidList"/>
    <dgm:cxn modelId="{6C40337F-226D-4675-A767-4040A4BC93AD}" type="presParOf" srcId="{F241EB6B-23DE-4C8B-8E64-A9C0165365F4}" destId="{2E3837D7-75E4-4D94-A5A8-5468B5D24A6A}" srcOrd="0" destOrd="0" presId="urn:microsoft.com/office/officeart/2018/2/layout/IconVerticalSolidList"/>
    <dgm:cxn modelId="{8391DBEE-2596-4D2A-BBF7-02E584E347BE}" type="presParOf" srcId="{F241EB6B-23DE-4C8B-8E64-A9C0165365F4}" destId="{8B236F81-D497-46CC-B5AC-08FD1BCF7B8B}" srcOrd="1" destOrd="0" presId="urn:microsoft.com/office/officeart/2018/2/layout/IconVerticalSolidList"/>
    <dgm:cxn modelId="{59D4407C-8794-45A4-9C38-48CFCEDF368D}" type="presParOf" srcId="{F241EB6B-23DE-4C8B-8E64-A9C0165365F4}" destId="{5345EE05-2EB2-4473-9F2C-88302D6B26B5}" srcOrd="2" destOrd="0" presId="urn:microsoft.com/office/officeart/2018/2/layout/IconVerticalSolidList"/>
    <dgm:cxn modelId="{1638CAF7-6F07-4D77-BB01-10E6559834D3}" type="presParOf" srcId="{F241EB6B-23DE-4C8B-8E64-A9C0165365F4}" destId="{2DEA7861-3432-4BC0-8E85-BA871352215F}" srcOrd="3" destOrd="0" presId="urn:microsoft.com/office/officeart/2018/2/layout/IconVerticalSolidList"/>
    <dgm:cxn modelId="{958C0BE7-8290-4272-99FE-E1227660BF64}" type="presParOf" srcId="{71617F49-5C3C-4964-B657-21EC41FEA62C}" destId="{F1D7F3CD-048E-41E2-BD1A-3A9355168BD4}" srcOrd="3" destOrd="0" presId="urn:microsoft.com/office/officeart/2018/2/layout/IconVerticalSolidList"/>
    <dgm:cxn modelId="{7F0A9A04-F43F-4BB9-8D6B-256C42D36CCA}" type="presParOf" srcId="{71617F49-5C3C-4964-B657-21EC41FEA62C}" destId="{77CDFA94-A11B-4EBB-8F47-B182046D12E9}" srcOrd="4" destOrd="0" presId="urn:microsoft.com/office/officeart/2018/2/layout/IconVerticalSolidList"/>
    <dgm:cxn modelId="{A0853589-E6DE-4EB6-B5D0-A619CBC8B021}" type="presParOf" srcId="{77CDFA94-A11B-4EBB-8F47-B182046D12E9}" destId="{C855AED2-7CAE-4D1B-8A52-68DEECD2733D}" srcOrd="0" destOrd="0" presId="urn:microsoft.com/office/officeart/2018/2/layout/IconVerticalSolidList"/>
    <dgm:cxn modelId="{6EC17078-FFEE-49AA-B51A-645146770C9B}" type="presParOf" srcId="{77CDFA94-A11B-4EBB-8F47-B182046D12E9}" destId="{98F70D68-A1FB-4EBA-AA4C-6E9F18503894}" srcOrd="1" destOrd="0" presId="urn:microsoft.com/office/officeart/2018/2/layout/IconVerticalSolidList"/>
    <dgm:cxn modelId="{D16C924F-6027-437B-817A-B9B269B34084}" type="presParOf" srcId="{77CDFA94-A11B-4EBB-8F47-B182046D12E9}" destId="{ED8417BC-4845-4938-888B-3AB8F3BA910A}" srcOrd="2" destOrd="0" presId="urn:microsoft.com/office/officeart/2018/2/layout/IconVerticalSolidList"/>
    <dgm:cxn modelId="{2584AB78-E1C1-4973-AA17-83D61CE8836D}" type="presParOf" srcId="{77CDFA94-A11B-4EBB-8F47-B182046D12E9}" destId="{A781AD1E-A26E-4D84-96CD-7373E72E28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328EE-FA0F-4F5A-891E-F2D5B32B79EC}">
      <dsp:nvSpPr>
        <dsp:cNvPr id="0" name=""/>
        <dsp:cNvSpPr/>
      </dsp:nvSpPr>
      <dsp:spPr>
        <a:xfrm>
          <a:off x="0" y="2402"/>
          <a:ext cx="564197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238E6-1945-4442-A4AE-AA11080C630C}">
      <dsp:nvSpPr>
        <dsp:cNvPr id="0" name=""/>
        <dsp:cNvSpPr/>
      </dsp:nvSpPr>
      <dsp:spPr>
        <a:xfrm>
          <a:off x="0" y="2402"/>
          <a:ext cx="5641974" cy="81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Introduction</a:t>
          </a:r>
        </a:p>
      </dsp:txBody>
      <dsp:txXfrm>
        <a:off x="0" y="2402"/>
        <a:ext cx="5641974" cy="819407"/>
      </dsp:txXfrm>
    </dsp:sp>
    <dsp:sp modelId="{54E1A1D0-709C-4432-9B4E-8911B01D07C4}">
      <dsp:nvSpPr>
        <dsp:cNvPr id="0" name=""/>
        <dsp:cNvSpPr/>
      </dsp:nvSpPr>
      <dsp:spPr>
        <a:xfrm>
          <a:off x="0" y="821810"/>
          <a:ext cx="564197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41F31-C804-4C1C-8811-B1B967A4065F}">
      <dsp:nvSpPr>
        <dsp:cNvPr id="0" name=""/>
        <dsp:cNvSpPr/>
      </dsp:nvSpPr>
      <dsp:spPr>
        <a:xfrm>
          <a:off x="0" y="821810"/>
          <a:ext cx="5641974" cy="81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Design</a:t>
          </a:r>
        </a:p>
      </dsp:txBody>
      <dsp:txXfrm>
        <a:off x="0" y="821810"/>
        <a:ext cx="5641974" cy="819407"/>
      </dsp:txXfrm>
    </dsp:sp>
    <dsp:sp modelId="{C23C3E3E-F068-4D29-B3D4-083A331294CA}">
      <dsp:nvSpPr>
        <dsp:cNvPr id="0" name=""/>
        <dsp:cNvSpPr/>
      </dsp:nvSpPr>
      <dsp:spPr>
        <a:xfrm>
          <a:off x="0" y="1641217"/>
          <a:ext cx="56419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1C715-36C2-4382-BAB1-767338AE4233}">
      <dsp:nvSpPr>
        <dsp:cNvPr id="0" name=""/>
        <dsp:cNvSpPr/>
      </dsp:nvSpPr>
      <dsp:spPr>
        <a:xfrm>
          <a:off x="0" y="1641217"/>
          <a:ext cx="5641974" cy="81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Challenges and solutions</a:t>
          </a:r>
        </a:p>
      </dsp:txBody>
      <dsp:txXfrm>
        <a:off x="0" y="1641217"/>
        <a:ext cx="5641974" cy="819407"/>
      </dsp:txXfrm>
    </dsp:sp>
    <dsp:sp modelId="{A231D17C-10C6-4301-BDF6-CAAB42525D16}">
      <dsp:nvSpPr>
        <dsp:cNvPr id="0" name=""/>
        <dsp:cNvSpPr/>
      </dsp:nvSpPr>
      <dsp:spPr>
        <a:xfrm>
          <a:off x="0" y="2460624"/>
          <a:ext cx="564197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3675C-930B-4119-8E52-4DE5B8D195A2}">
      <dsp:nvSpPr>
        <dsp:cNvPr id="0" name=""/>
        <dsp:cNvSpPr/>
      </dsp:nvSpPr>
      <dsp:spPr>
        <a:xfrm>
          <a:off x="0" y="2460624"/>
          <a:ext cx="5641974" cy="81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Implementation</a:t>
          </a:r>
        </a:p>
      </dsp:txBody>
      <dsp:txXfrm>
        <a:off x="0" y="2460624"/>
        <a:ext cx="5641974" cy="819407"/>
      </dsp:txXfrm>
    </dsp:sp>
    <dsp:sp modelId="{024AB930-3FF0-4B6A-96F6-834E9EBB7D4E}">
      <dsp:nvSpPr>
        <dsp:cNvPr id="0" name=""/>
        <dsp:cNvSpPr/>
      </dsp:nvSpPr>
      <dsp:spPr>
        <a:xfrm>
          <a:off x="0" y="3280032"/>
          <a:ext cx="564197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9F01F-7260-49F1-9268-D63E26974DFD}">
      <dsp:nvSpPr>
        <dsp:cNvPr id="0" name=""/>
        <dsp:cNvSpPr/>
      </dsp:nvSpPr>
      <dsp:spPr>
        <a:xfrm>
          <a:off x="0" y="3280032"/>
          <a:ext cx="5641974" cy="81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Limitations</a:t>
          </a:r>
        </a:p>
      </dsp:txBody>
      <dsp:txXfrm>
        <a:off x="0" y="3280032"/>
        <a:ext cx="5641974" cy="819407"/>
      </dsp:txXfrm>
    </dsp:sp>
    <dsp:sp modelId="{98E574A9-3393-42CD-9FDE-4770A62F6CB0}">
      <dsp:nvSpPr>
        <dsp:cNvPr id="0" name=""/>
        <dsp:cNvSpPr/>
      </dsp:nvSpPr>
      <dsp:spPr>
        <a:xfrm>
          <a:off x="0" y="4099439"/>
          <a:ext cx="564197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31A5B-0681-4041-97C4-226737CFEEF0}">
      <dsp:nvSpPr>
        <dsp:cNvPr id="0" name=""/>
        <dsp:cNvSpPr/>
      </dsp:nvSpPr>
      <dsp:spPr>
        <a:xfrm>
          <a:off x="0" y="4099439"/>
          <a:ext cx="5641974" cy="81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Evaluation</a:t>
          </a:r>
        </a:p>
      </dsp:txBody>
      <dsp:txXfrm>
        <a:off x="0" y="4099439"/>
        <a:ext cx="5641974" cy="8194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997BD-1BE6-43AE-8BB1-C3E54F2E641F}">
      <dsp:nvSpPr>
        <dsp:cNvPr id="0" name=""/>
        <dsp:cNvSpPr/>
      </dsp:nvSpPr>
      <dsp:spPr>
        <a:xfrm>
          <a:off x="0" y="600"/>
          <a:ext cx="564197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7C9D0-32C1-4A7C-B7E4-B11353A9EF50}">
      <dsp:nvSpPr>
        <dsp:cNvPr id="0" name=""/>
        <dsp:cNvSpPr/>
      </dsp:nvSpPr>
      <dsp:spPr>
        <a:xfrm>
          <a:off x="0" y="600"/>
          <a:ext cx="5641974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Many web applications are read heavy</a:t>
          </a:r>
        </a:p>
      </dsp:txBody>
      <dsp:txXfrm>
        <a:off x="0" y="600"/>
        <a:ext cx="5641974" cy="984009"/>
      </dsp:txXfrm>
    </dsp:sp>
    <dsp:sp modelId="{4D27EF24-269D-4710-B3EC-164B4147F856}">
      <dsp:nvSpPr>
        <dsp:cNvPr id="0" name=""/>
        <dsp:cNvSpPr/>
      </dsp:nvSpPr>
      <dsp:spPr>
        <a:xfrm>
          <a:off x="0" y="984610"/>
          <a:ext cx="5641974" cy="0"/>
        </a:xfrm>
        <a:prstGeom prst="line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accent2">
              <a:hueOff val="-330843"/>
              <a:satOff val="373"/>
              <a:lumOff val="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B384F-3917-49C8-B668-C1B8291FC490}">
      <dsp:nvSpPr>
        <dsp:cNvPr id="0" name=""/>
        <dsp:cNvSpPr/>
      </dsp:nvSpPr>
      <dsp:spPr>
        <a:xfrm>
          <a:off x="0" y="984610"/>
          <a:ext cx="5641974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Must serve data with the lowest latency possible</a:t>
          </a:r>
        </a:p>
      </dsp:txBody>
      <dsp:txXfrm>
        <a:off x="0" y="984610"/>
        <a:ext cx="5641974" cy="984009"/>
      </dsp:txXfrm>
    </dsp:sp>
    <dsp:sp modelId="{D484AF4C-A70F-4D26-8755-B761A0B2A248}">
      <dsp:nvSpPr>
        <dsp:cNvPr id="0" name=""/>
        <dsp:cNvSpPr/>
      </dsp:nvSpPr>
      <dsp:spPr>
        <a:xfrm>
          <a:off x="0" y="1968620"/>
          <a:ext cx="5641974" cy="0"/>
        </a:xfrm>
        <a:prstGeom prst="line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accent2">
              <a:hueOff val="-661686"/>
              <a:satOff val="746"/>
              <a:lumOff val="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C033F-B437-437D-ABCF-CA56EC2DD275}">
      <dsp:nvSpPr>
        <dsp:cNvPr id="0" name=""/>
        <dsp:cNvSpPr/>
      </dsp:nvSpPr>
      <dsp:spPr>
        <a:xfrm>
          <a:off x="0" y="1968620"/>
          <a:ext cx="5641974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Hence many web applications use Memory caches like Redis or Memcached</a:t>
          </a:r>
        </a:p>
      </dsp:txBody>
      <dsp:txXfrm>
        <a:off x="0" y="1968620"/>
        <a:ext cx="5641974" cy="984009"/>
      </dsp:txXfrm>
    </dsp:sp>
    <dsp:sp modelId="{287151A3-D675-49E6-8F7E-8C79421F85D6}">
      <dsp:nvSpPr>
        <dsp:cNvPr id="0" name=""/>
        <dsp:cNvSpPr/>
      </dsp:nvSpPr>
      <dsp:spPr>
        <a:xfrm>
          <a:off x="0" y="2952629"/>
          <a:ext cx="5641974" cy="0"/>
        </a:xfrm>
        <a:prstGeom prst="line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accent2">
              <a:hueOff val="-992530"/>
              <a:satOff val="1119"/>
              <a:lumOff val="2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E755B-33B0-4AEB-83A4-6C10997D912E}">
      <dsp:nvSpPr>
        <dsp:cNvPr id="0" name=""/>
        <dsp:cNvSpPr/>
      </dsp:nvSpPr>
      <dsp:spPr>
        <a:xfrm>
          <a:off x="0" y="2952629"/>
          <a:ext cx="5641974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Can we remove external caching needs and make the DB even faster than Memcached?</a:t>
          </a:r>
        </a:p>
      </dsp:txBody>
      <dsp:txXfrm>
        <a:off x="0" y="2952629"/>
        <a:ext cx="5641974" cy="984009"/>
      </dsp:txXfrm>
    </dsp:sp>
    <dsp:sp modelId="{C58A2CF1-0363-4E19-98BF-0A92A5FF6CF6}">
      <dsp:nvSpPr>
        <dsp:cNvPr id="0" name=""/>
        <dsp:cNvSpPr/>
      </dsp:nvSpPr>
      <dsp:spPr>
        <a:xfrm>
          <a:off x="0" y="3936639"/>
          <a:ext cx="5641974" cy="0"/>
        </a:xfrm>
        <a:prstGeom prst="line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5AA3B-CEE5-4412-B350-D0A7710346C9}">
      <dsp:nvSpPr>
        <dsp:cNvPr id="0" name=""/>
        <dsp:cNvSpPr/>
      </dsp:nvSpPr>
      <dsp:spPr>
        <a:xfrm>
          <a:off x="0" y="3936639"/>
          <a:ext cx="5641974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Can we avoid cache validations and thundering?</a:t>
          </a:r>
        </a:p>
      </dsp:txBody>
      <dsp:txXfrm>
        <a:off x="0" y="3936639"/>
        <a:ext cx="5641974" cy="9840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E3030-8981-47B6-81FA-0089598F1BE2}">
      <dsp:nvSpPr>
        <dsp:cNvPr id="0" name=""/>
        <dsp:cNvSpPr/>
      </dsp:nvSpPr>
      <dsp:spPr>
        <a:xfrm>
          <a:off x="196198" y="481797"/>
          <a:ext cx="910581" cy="9105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E2E35-702D-466D-9A09-946B87215F04}">
      <dsp:nvSpPr>
        <dsp:cNvPr id="0" name=""/>
        <dsp:cNvSpPr/>
      </dsp:nvSpPr>
      <dsp:spPr>
        <a:xfrm>
          <a:off x="387420" y="673019"/>
          <a:ext cx="528136" cy="528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EC8AE-C135-4BC5-81E5-B2B495581CFB}">
      <dsp:nvSpPr>
        <dsp:cNvPr id="0" name=""/>
        <dsp:cNvSpPr/>
      </dsp:nvSpPr>
      <dsp:spPr>
        <a:xfrm>
          <a:off x="1301904" y="481797"/>
          <a:ext cx="2146369" cy="910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Noria runs on one or more multicore servers that communicate with each other using RPCs</a:t>
          </a:r>
        </a:p>
      </dsp:txBody>
      <dsp:txXfrm>
        <a:off x="1301904" y="481797"/>
        <a:ext cx="2146369" cy="910581"/>
      </dsp:txXfrm>
    </dsp:sp>
    <dsp:sp modelId="{05E9F16B-9CBF-4D74-9FC7-F2498B167FF6}">
      <dsp:nvSpPr>
        <dsp:cNvPr id="0" name=""/>
        <dsp:cNvSpPr/>
      </dsp:nvSpPr>
      <dsp:spPr>
        <a:xfrm>
          <a:off x="3822262" y="481797"/>
          <a:ext cx="910581" cy="9105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4B7CC-5C3F-44BB-A3F6-8AB9382BC1BB}">
      <dsp:nvSpPr>
        <dsp:cNvPr id="0" name=""/>
        <dsp:cNvSpPr/>
      </dsp:nvSpPr>
      <dsp:spPr>
        <a:xfrm>
          <a:off x="4013484" y="673019"/>
          <a:ext cx="528136" cy="528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7DFFB-E012-482B-9FDA-0957B740B0CE}">
      <dsp:nvSpPr>
        <dsp:cNvPr id="0" name=""/>
        <dsp:cNvSpPr/>
      </dsp:nvSpPr>
      <dsp:spPr>
        <a:xfrm>
          <a:off x="4927968" y="481797"/>
          <a:ext cx="2146369" cy="910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Noria stores both base tables and derived views </a:t>
          </a:r>
        </a:p>
      </dsp:txBody>
      <dsp:txXfrm>
        <a:off x="4927968" y="481797"/>
        <a:ext cx="2146369" cy="910581"/>
      </dsp:txXfrm>
    </dsp:sp>
    <dsp:sp modelId="{03460B5D-641B-40E4-8194-85432A2AF793}">
      <dsp:nvSpPr>
        <dsp:cNvPr id="0" name=""/>
        <dsp:cNvSpPr/>
      </dsp:nvSpPr>
      <dsp:spPr>
        <a:xfrm>
          <a:off x="7448326" y="481797"/>
          <a:ext cx="910581" cy="9105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D18C7-D3E4-4CFF-B4C4-43C03F409B9B}">
      <dsp:nvSpPr>
        <dsp:cNvPr id="0" name=""/>
        <dsp:cNvSpPr/>
      </dsp:nvSpPr>
      <dsp:spPr>
        <a:xfrm>
          <a:off x="7639548" y="673019"/>
          <a:ext cx="528136" cy="528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BA640-5DF1-46C3-808F-50F1202B7C9C}">
      <dsp:nvSpPr>
        <dsp:cNvPr id="0" name=""/>
        <dsp:cNvSpPr/>
      </dsp:nvSpPr>
      <dsp:spPr>
        <a:xfrm>
          <a:off x="8554031" y="481797"/>
          <a:ext cx="2146369" cy="910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Base tables are stored persistently either on one server or </a:t>
          </a:r>
          <a:r>
            <a:rPr lang="en-US" sz="1600" kern="1200" dirty="0" err="1"/>
            <a:t>sharded</a:t>
          </a:r>
          <a:r>
            <a:rPr lang="en-US" sz="1600" kern="1200" dirty="0"/>
            <a:t> across multiple servers</a:t>
          </a:r>
        </a:p>
      </dsp:txBody>
      <dsp:txXfrm>
        <a:off x="8554031" y="481797"/>
        <a:ext cx="2146369" cy="910581"/>
      </dsp:txXfrm>
    </dsp:sp>
    <dsp:sp modelId="{D3453B9C-1BE2-437C-A431-4BE83A260A8D}">
      <dsp:nvSpPr>
        <dsp:cNvPr id="0" name=""/>
        <dsp:cNvSpPr/>
      </dsp:nvSpPr>
      <dsp:spPr>
        <a:xfrm>
          <a:off x="196198" y="1962751"/>
          <a:ext cx="910581" cy="9105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4DA1D-9E0A-4C91-AC56-70410B84BF90}">
      <dsp:nvSpPr>
        <dsp:cNvPr id="0" name=""/>
        <dsp:cNvSpPr/>
      </dsp:nvSpPr>
      <dsp:spPr>
        <a:xfrm>
          <a:off x="387420" y="2153973"/>
          <a:ext cx="528136" cy="528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51928-D5CF-4219-9543-FF31B7BC6BB0}">
      <dsp:nvSpPr>
        <dsp:cNvPr id="0" name=""/>
        <dsp:cNvSpPr/>
      </dsp:nvSpPr>
      <dsp:spPr>
        <a:xfrm>
          <a:off x="1301904" y="1962751"/>
          <a:ext cx="2146369" cy="910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Views are stored on server memory </a:t>
          </a:r>
        </a:p>
      </dsp:txBody>
      <dsp:txXfrm>
        <a:off x="1301904" y="1962751"/>
        <a:ext cx="2146369" cy="910581"/>
      </dsp:txXfrm>
    </dsp:sp>
    <dsp:sp modelId="{B6231B62-27F7-4AC0-ABEE-3D88E4DCBAAE}">
      <dsp:nvSpPr>
        <dsp:cNvPr id="0" name=""/>
        <dsp:cNvSpPr/>
      </dsp:nvSpPr>
      <dsp:spPr>
        <a:xfrm>
          <a:off x="3822262" y="1962751"/>
          <a:ext cx="910581" cy="91058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8E2AE-9506-4456-8EAD-4EFB6BC3537A}">
      <dsp:nvSpPr>
        <dsp:cNvPr id="0" name=""/>
        <dsp:cNvSpPr/>
      </dsp:nvSpPr>
      <dsp:spPr>
        <a:xfrm>
          <a:off x="4013484" y="2153973"/>
          <a:ext cx="528136" cy="5281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7904D-580A-45EF-A4EF-5ABD82D6B94B}">
      <dsp:nvSpPr>
        <dsp:cNvPr id="0" name=""/>
        <dsp:cNvSpPr/>
      </dsp:nvSpPr>
      <dsp:spPr>
        <a:xfrm>
          <a:off x="4927968" y="1962751"/>
          <a:ext cx="2146369" cy="910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has two interfaces </a:t>
          </a:r>
          <a:r>
            <a:rPr lang="en-US" sz="1600" kern="1200">
              <a:latin typeface="Tw Cen MT Condensed" panose="020B0606020104020203"/>
            </a:rPr>
            <a:t>SQL</a:t>
          </a:r>
          <a:r>
            <a:rPr lang="en-US" sz="1600" kern="1200" dirty="0"/>
            <a:t> query-based interface and a programming interface</a:t>
          </a:r>
        </a:p>
      </dsp:txBody>
      <dsp:txXfrm>
        <a:off x="4927968" y="1962751"/>
        <a:ext cx="2146369" cy="910581"/>
      </dsp:txXfrm>
    </dsp:sp>
    <dsp:sp modelId="{DA2B799E-1584-4C26-B081-BBD3AAFF1847}">
      <dsp:nvSpPr>
        <dsp:cNvPr id="0" name=""/>
        <dsp:cNvSpPr/>
      </dsp:nvSpPr>
      <dsp:spPr>
        <a:xfrm>
          <a:off x="7448326" y="1962751"/>
          <a:ext cx="910581" cy="9105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AEA79C-756B-40B1-A989-776F3ACD693E}">
      <dsp:nvSpPr>
        <dsp:cNvPr id="0" name=""/>
        <dsp:cNvSpPr/>
      </dsp:nvSpPr>
      <dsp:spPr>
        <a:xfrm>
          <a:off x="7639548" y="2153973"/>
          <a:ext cx="528136" cy="5281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69BAE-7464-4132-B241-C742CEE07170}">
      <dsp:nvSpPr>
        <dsp:cNvPr id="0" name=""/>
        <dsp:cNvSpPr/>
      </dsp:nvSpPr>
      <dsp:spPr>
        <a:xfrm>
          <a:off x="8554031" y="1962751"/>
          <a:ext cx="2146369" cy="910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Eventually consistent</a:t>
          </a:r>
        </a:p>
      </dsp:txBody>
      <dsp:txXfrm>
        <a:off x="8554031" y="1962751"/>
        <a:ext cx="2146369" cy="9105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BFAC4-6238-4F71-B7C6-377C766EF2BD}">
      <dsp:nvSpPr>
        <dsp:cNvPr id="0" name=""/>
        <dsp:cNvSpPr/>
      </dsp:nvSpPr>
      <dsp:spPr>
        <a:xfrm>
          <a:off x="0" y="799703"/>
          <a:ext cx="5641974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A2768-5B4A-4C57-8911-FF23C43A6C7E}">
      <dsp:nvSpPr>
        <dsp:cNvPr id="0" name=""/>
        <dsp:cNvSpPr/>
      </dsp:nvSpPr>
      <dsp:spPr>
        <a:xfrm>
          <a:off x="446603" y="1131887"/>
          <a:ext cx="812006" cy="812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1742D-02A2-4CEE-A3AA-08D7B37EB612}">
      <dsp:nvSpPr>
        <dsp:cNvPr id="0" name=""/>
        <dsp:cNvSpPr/>
      </dsp:nvSpPr>
      <dsp:spPr>
        <a:xfrm>
          <a:off x="1705213" y="799703"/>
          <a:ext cx="3936761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Limit the size of its views</a:t>
          </a:r>
        </a:p>
      </dsp:txBody>
      <dsp:txXfrm>
        <a:off x="1705213" y="799703"/>
        <a:ext cx="3936761" cy="1476375"/>
      </dsp:txXfrm>
    </dsp:sp>
    <dsp:sp modelId="{3950D683-10F1-45E8-B257-57D63AEF890A}">
      <dsp:nvSpPr>
        <dsp:cNvPr id="0" name=""/>
        <dsp:cNvSpPr/>
      </dsp:nvSpPr>
      <dsp:spPr>
        <a:xfrm>
          <a:off x="0" y="2645171"/>
          <a:ext cx="5641974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C5F424-C9EF-4FE7-A5CB-0FCC839C2526}">
      <dsp:nvSpPr>
        <dsp:cNvPr id="0" name=""/>
        <dsp:cNvSpPr/>
      </dsp:nvSpPr>
      <dsp:spPr>
        <a:xfrm>
          <a:off x="446603" y="2977356"/>
          <a:ext cx="812006" cy="812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32540-824F-4A15-A85D-586A3D2DF8D6}">
      <dsp:nvSpPr>
        <dsp:cNvPr id="0" name=""/>
        <dsp:cNvSpPr/>
      </dsp:nvSpPr>
      <dsp:spPr>
        <a:xfrm>
          <a:off x="1705213" y="2645171"/>
          <a:ext cx="3936761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Adapt to the application changes dynamically i.e. without downtime</a:t>
          </a:r>
        </a:p>
      </dsp:txBody>
      <dsp:txXfrm>
        <a:off x="1705213" y="2645171"/>
        <a:ext cx="3936761" cy="14763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977E9-569A-478E-AFAA-E93DD008E2D3}">
      <dsp:nvSpPr>
        <dsp:cNvPr id="0" name=""/>
        <dsp:cNvSpPr/>
      </dsp:nvSpPr>
      <dsp:spPr>
        <a:xfrm>
          <a:off x="0" y="624018"/>
          <a:ext cx="5641974" cy="69086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Implemented using Rust </a:t>
          </a:r>
        </a:p>
      </dsp:txBody>
      <dsp:txXfrm>
        <a:off x="33725" y="657743"/>
        <a:ext cx="5574524" cy="623416"/>
      </dsp:txXfrm>
    </dsp:sp>
    <dsp:sp modelId="{6CE38034-A81B-4EC2-8B7C-800CB4F2E422}">
      <dsp:nvSpPr>
        <dsp:cNvPr id="0" name=""/>
        <dsp:cNvSpPr/>
      </dsp:nvSpPr>
      <dsp:spPr>
        <a:xfrm>
          <a:off x="0" y="1369604"/>
          <a:ext cx="5641974" cy="690866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Applications interface using Rust bindings , using JSON over HTTP or MYSQL protocol adapter</a:t>
          </a:r>
        </a:p>
      </dsp:txBody>
      <dsp:txXfrm>
        <a:off x="33725" y="1403329"/>
        <a:ext cx="5574524" cy="623416"/>
      </dsp:txXfrm>
    </dsp:sp>
    <dsp:sp modelId="{967130B5-9587-4D74-8A6A-2F8DE6B2F7DB}">
      <dsp:nvSpPr>
        <dsp:cNvPr id="0" name=""/>
        <dsp:cNvSpPr/>
      </dsp:nvSpPr>
      <dsp:spPr>
        <a:xfrm>
          <a:off x="0" y="2115191"/>
          <a:ext cx="5641974" cy="690866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RocksDB for persistent base tables</a:t>
          </a:r>
        </a:p>
      </dsp:txBody>
      <dsp:txXfrm>
        <a:off x="33725" y="2148916"/>
        <a:ext cx="5574524" cy="623416"/>
      </dsp:txXfrm>
    </dsp:sp>
    <dsp:sp modelId="{B7ABFB3B-B72E-4D32-A6E6-9448B8D16383}">
      <dsp:nvSpPr>
        <dsp:cNvPr id="0" name=""/>
        <dsp:cNvSpPr/>
      </dsp:nvSpPr>
      <dsp:spPr>
        <a:xfrm>
          <a:off x="0" y="2860778"/>
          <a:ext cx="5641974" cy="690866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Parallel Processing – allows concurrent reads and writes with minimal synchronization</a:t>
          </a:r>
        </a:p>
      </dsp:txBody>
      <dsp:txXfrm>
        <a:off x="33725" y="2894503"/>
        <a:ext cx="5574524" cy="623416"/>
      </dsp:txXfrm>
    </dsp:sp>
    <dsp:sp modelId="{54332B6A-E11A-4480-B761-35E3E06BDEB3}">
      <dsp:nvSpPr>
        <dsp:cNvPr id="0" name=""/>
        <dsp:cNvSpPr/>
      </dsp:nvSpPr>
      <dsp:spPr>
        <a:xfrm>
          <a:off x="0" y="3606365"/>
          <a:ext cx="5641974" cy="690866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Distributed operation –uses zookeeper for maintaining the controller and for clients to discover the controller</a:t>
          </a:r>
        </a:p>
      </dsp:txBody>
      <dsp:txXfrm>
        <a:off x="33725" y="3640090"/>
        <a:ext cx="5574524" cy="6234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4025B-65F2-47DF-B148-40603DE19A6D}">
      <dsp:nvSpPr>
        <dsp:cNvPr id="0" name=""/>
        <dsp:cNvSpPr/>
      </dsp:nvSpPr>
      <dsp:spPr>
        <a:xfrm>
          <a:off x="1572561" y="0"/>
          <a:ext cx="1509048" cy="14058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51361-5D0B-48CB-B959-4834E52CFC04}">
      <dsp:nvSpPr>
        <dsp:cNvPr id="0" name=""/>
        <dsp:cNvSpPr/>
      </dsp:nvSpPr>
      <dsp:spPr>
        <a:xfrm>
          <a:off x="171302" y="1550600"/>
          <a:ext cx="4311566" cy="602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err="1"/>
            <a:t>Sharding</a:t>
          </a:r>
          <a:r>
            <a:rPr lang="en-US" sz="3600" kern="1200"/>
            <a:t>:</a:t>
          </a:r>
        </a:p>
      </dsp:txBody>
      <dsp:txXfrm>
        <a:off x="171302" y="1550600"/>
        <a:ext cx="4311566" cy="602517"/>
      </dsp:txXfrm>
    </dsp:sp>
    <dsp:sp modelId="{2746D079-975E-458C-BBFD-F53ED39160ED}">
      <dsp:nvSpPr>
        <dsp:cNvPr id="0" name=""/>
        <dsp:cNvSpPr/>
      </dsp:nvSpPr>
      <dsp:spPr>
        <a:xfrm>
          <a:off x="171302" y="2220433"/>
          <a:ext cx="4311566" cy="1395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Noria processes updates in parallel by hash partitioning each operator on a key and assigns shards to different servers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Each machines runs Noria server and contains a complete copy of dataflow graph but holds state of its shards of each operator</a:t>
          </a:r>
        </a:p>
      </dsp:txBody>
      <dsp:txXfrm>
        <a:off x="171302" y="2220433"/>
        <a:ext cx="4311566" cy="1395858"/>
      </dsp:txXfrm>
    </dsp:sp>
    <dsp:sp modelId="{FD6FC95E-3FDB-49EE-9C16-8EC87A54E88D}">
      <dsp:nvSpPr>
        <dsp:cNvPr id="0" name=""/>
        <dsp:cNvSpPr/>
      </dsp:nvSpPr>
      <dsp:spPr>
        <a:xfrm>
          <a:off x="6638652" y="0"/>
          <a:ext cx="1509048" cy="14058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1FFEA-FBF6-4D89-B53F-073871C7F5C2}">
      <dsp:nvSpPr>
        <dsp:cNvPr id="0" name=""/>
        <dsp:cNvSpPr/>
      </dsp:nvSpPr>
      <dsp:spPr>
        <a:xfrm>
          <a:off x="5237393" y="1550600"/>
          <a:ext cx="4311566" cy="602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Multicore Parallelism:</a:t>
          </a:r>
        </a:p>
      </dsp:txBody>
      <dsp:txXfrm>
        <a:off x="5237393" y="1550600"/>
        <a:ext cx="4311566" cy="602517"/>
      </dsp:txXfrm>
    </dsp:sp>
    <dsp:sp modelId="{8385F777-652B-44A4-895D-78059D8849A7}">
      <dsp:nvSpPr>
        <dsp:cNvPr id="0" name=""/>
        <dsp:cNvSpPr/>
      </dsp:nvSpPr>
      <dsp:spPr>
        <a:xfrm>
          <a:off x="5237393" y="2220433"/>
          <a:ext cx="4311566" cy="1395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server can handle multiple shards by running multiple Noria instances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Each instance has two thread pools: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Data flow workers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Read handlers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At most one data flow worker executes updates for each operator for lock free processing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Noria also schedules chain of operators with one key, which allows performing </a:t>
          </a:r>
          <a:r>
            <a:rPr lang="en-US" sz="1700" kern="1200" err="1"/>
            <a:t>upqueries</a:t>
          </a:r>
          <a:r>
            <a:rPr lang="en-US" sz="1700" kern="1200"/>
            <a:t> without worrying about inflight updates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Noria uses double buffered hash tables for external views for concurrent reads and writes</a:t>
          </a:r>
        </a:p>
        <a:p>
          <a:pPr marL="171450" lvl="1" indent="-171450" algn="l" defTabSz="75565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Tw Cen MT Condensed" panose="020B0606020104020203"/>
            </a:rPr>
            <a:t>This avoids locking 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Tw Cen MT Condensed" panose="020B0606020104020203"/>
            </a:rPr>
            <a:t>Implemented using a new data structure called evmap</a:t>
          </a:r>
          <a:endParaRPr lang="en-US" sz="1700" kern="1200"/>
        </a:p>
      </dsp:txBody>
      <dsp:txXfrm>
        <a:off x="5237393" y="2220433"/>
        <a:ext cx="4311566" cy="13958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98379-F4B7-4C6A-91AD-72CB21854CAF}">
      <dsp:nvSpPr>
        <dsp:cNvPr id="0" name=""/>
        <dsp:cNvSpPr/>
      </dsp:nvSpPr>
      <dsp:spPr>
        <a:xfrm>
          <a:off x="0" y="600"/>
          <a:ext cx="5641974" cy="14057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B9A7D-E9E5-47A8-9D5E-36CCFD28E4DD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9AE66-619C-4D6B-B478-7102CAD1AC86}">
      <dsp:nvSpPr>
        <dsp:cNvPr id="0" name=""/>
        <dsp:cNvSpPr/>
      </dsp:nvSpPr>
      <dsp:spPr>
        <a:xfrm>
          <a:off x="1623616" y="60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 does not support resharding, as resharding requires sending updates in a single instance</a:t>
          </a:r>
        </a:p>
      </dsp:txBody>
      <dsp:txXfrm>
        <a:off x="1623616" y="600"/>
        <a:ext cx="4018358" cy="1405728"/>
      </dsp:txXfrm>
    </dsp:sp>
    <dsp:sp modelId="{2E3837D7-75E4-4D94-A5A8-5468B5D24A6A}">
      <dsp:nvSpPr>
        <dsp:cNvPr id="0" name=""/>
        <dsp:cNvSpPr/>
      </dsp:nvSpPr>
      <dsp:spPr>
        <a:xfrm>
          <a:off x="0" y="1757760"/>
          <a:ext cx="5641974" cy="14057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36F81-D497-46CC-B5AC-08FD1BCF7B8B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A7861-3432-4BC0-8E85-BA871352215F}">
      <dsp:nvSpPr>
        <dsp:cNvPr id="0" name=""/>
        <dsp:cNvSpPr/>
      </dsp:nvSpPr>
      <dsp:spPr>
        <a:xfrm>
          <a:off x="1623616" y="175776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Dataflow is recomputed when a failure occurs</a:t>
          </a:r>
        </a:p>
      </dsp:txBody>
      <dsp:txXfrm>
        <a:off x="1623616" y="1757760"/>
        <a:ext cx="4018358" cy="1405728"/>
      </dsp:txXfrm>
    </dsp:sp>
    <dsp:sp modelId="{C855AED2-7CAE-4D1B-8A52-68DEECD2733D}">
      <dsp:nvSpPr>
        <dsp:cNvPr id="0" name=""/>
        <dsp:cNvSpPr/>
      </dsp:nvSpPr>
      <dsp:spPr>
        <a:xfrm>
          <a:off x="0" y="3514921"/>
          <a:ext cx="5641974" cy="14057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F70D68-A1FB-4EBA-AA4C-6E9F18503894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1AD1E-A26E-4D84-96CD-7373E72E28CD}">
      <dsp:nvSpPr>
        <dsp:cNvPr id="0" name=""/>
        <dsp:cNvSpPr/>
      </dsp:nvSpPr>
      <dsp:spPr>
        <a:xfrm>
          <a:off x="1623616" y="3514921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 doesnot support range indices and multi column joins</a:t>
          </a:r>
        </a:p>
      </dsp:txBody>
      <dsp:txXfrm>
        <a:off x="1623616" y="3514921"/>
        <a:ext cx="4018358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3/13/2020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diagramLayout" Target="../diagrams/layout5.xml"/><Relationship Id="rId7" Type="http://schemas.openxmlformats.org/officeDocument/2006/relationships/image" Target="../media/image3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image" Target="../media/image36.sv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diagramLayout" Target="../diagrams/layout7.xml"/><Relationship Id="rId7" Type="http://schemas.openxmlformats.org/officeDocument/2006/relationships/image" Target="../media/image5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otamonadtutorial.com/interview-with-norias-creator-a-promising-dataflow-database-implemented-in-rust-352e2c3d9d95" TargetMode="External"/><Relationship Id="rId7" Type="http://schemas.openxmlformats.org/officeDocument/2006/relationships/image" Target="../media/image57.png"/><Relationship Id="rId2" Type="http://schemas.openxmlformats.org/officeDocument/2006/relationships/hyperlink" Target="https://pdos.csail.mit.edu/papers/noria:osdi18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s19G6n0UjsM" TargetMode="External"/><Relationship Id="rId5" Type="http://schemas.openxmlformats.org/officeDocument/2006/relationships/hyperlink" Target="https://github.com/mit-pdos/noria" TargetMode="External"/><Relationship Id="rId4" Type="http://schemas.openxmlformats.org/officeDocument/2006/relationships/hyperlink" Target="https://corecursive.com/030-rethinking-databases-with-jon-gjengs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-46443" y="-26903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600" dirty="0" err="1">
                <a:solidFill>
                  <a:schemeClr val="tx1"/>
                </a:solidFill>
              </a:rPr>
              <a:t>NOria</a:t>
            </a:r>
            <a:r>
              <a:rPr lang="en-US" sz="6600" dirty="0">
                <a:solidFill>
                  <a:schemeClr val="tx1"/>
                </a:solidFill>
              </a:rPr>
              <a:t>: Dynamic, partially-stateful data flow for high-performance web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tx1"/>
                </a:solidFill>
              </a:rPr>
              <a:t>Lakshmi Sampath Somanath Pagolu | CS5352 | Instructor: Tommy Dang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4E2CF-3C8D-490F-A05F-781DDC77C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644B66-E2B4-4BE5-A063-4ECA271D6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040849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982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DE3B-6C49-4116-889F-EC77105E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CD846-08F8-4043-8BE9-836D06575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 and Why do we need a new DB for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49882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DE0F4-1EBE-4435-91A5-134C9641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Web applications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B3D3078-68DB-4CE7-8B8C-6E5B759F14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011911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167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AB8EA-FDB5-47AC-ABC2-CFCD2E59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US"/>
              <a:t>Noria: Data flow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92988-04D0-4A49-A037-DCA319F10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Noria looks like a RDBMS on the outside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But it is a data flow engine in the inside with a persistent storage and materialized views 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The main concept is to maintain caches for reads in the DB itself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And update them while executing writes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Applications change over time and Noria updates dynamically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It accommodates for stale reads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20B0602020104020603" pitchFamily="34" charset="0"/>
              <a:buChar char="q"/>
            </a:pPr>
            <a:endParaRPr lang="en-US"/>
          </a:p>
          <a:p>
            <a:pPr>
              <a:buFont typeface="Wingdings" panose="020B0602020104020603" pitchFamily="34" charset="0"/>
              <a:buChar char="q"/>
            </a:pP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49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EC7B-D198-45D6-ABEE-C24DF5DC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9BFA4-2EA3-4370-B1E4-37AA66B49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and the data flow engine principles</a:t>
            </a:r>
          </a:p>
        </p:txBody>
      </p:sp>
    </p:spTree>
    <p:extLst>
      <p:ext uri="{BB962C8B-B14F-4D97-AF65-F5344CB8AC3E}">
        <p14:creationId xmlns:p14="http://schemas.microsoft.com/office/powerpoint/2010/main" val="1370964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99042-A8C2-4B1E-9ABF-B324AC76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971088"/>
            <a:ext cx="9720072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Design 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08EEB2-45B4-4B08-ADC3-89E472C1A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402616"/>
              </p:ext>
            </p:extLst>
          </p:nvPr>
        </p:nvGraphicFramePr>
        <p:xfrm>
          <a:off x="642938" y="642938"/>
          <a:ext cx="1089660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8247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5328-9E06-4743-AAB7-74096D05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web application with caching solution</a:t>
            </a:r>
          </a:p>
        </p:txBody>
      </p:sp>
      <p:pic>
        <p:nvPicPr>
          <p:cNvPr id="4" name="Picture 4" descr="A close up of text on a white background&#10;&#10;Description generated with very high confidence">
            <a:extLst>
              <a:ext uri="{FF2B5EF4-FFF2-40B4-BE49-F238E27FC236}">
                <a16:creationId xmlns:a16="http://schemas.microsoft.com/office/drawing/2014/main" id="{39DB1D85-2A0E-48C1-BD23-EE22063E1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3790" y="2554605"/>
            <a:ext cx="6000750" cy="3486150"/>
          </a:xfrm>
        </p:spPr>
      </p:pic>
    </p:spTree>
    <p:extLst>
      <p:ext uri="{BB962C8B-B14F-4D97-AF65-F5344CB8AC3E}">
        <p14:creationId xmlns:p14="http://schemas.microsoft.com/office/powerpoint/2010/main" val="369174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>
            <a:extLst>
              <a:ext uri="{FF2B5EF4-FFF2-40B4-BE49-F238E27FC236}">
                <a16:creationId xmlns:a16="http://schemas.microsoft.com/office/drawing/2014/main" id="{B0B30DDF-D4A9-40B1-AB1A-6F213827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816" y="3637523"/>
            <a:ext cx="4936272" cy="2630953"/>
          </a:xfrm>
          <a:prstGeom prst="rect">
            <a:avLst/>
          </a:prstGeom>
        </p:spPr>
      </p:pic>
      <p:pic>
        <p:nvPicPr>
          <p:cNvPr id="4" name="Picture 10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6AB9406-0F23-40E6-8F89-E69838322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840" y="1116573"/>
            <a:ext cx="4936273" cy="2970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3EFA05-A491-4D7A-819E-BC81FB5C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</a:t>
            </a:r>
            <a:r>
              <a:rPr lang="en-US" dirty="0"/>
              <a:t>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A54B-60D1-49A0-AA7B-571A6017D8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45720" tIns="45720" rIns="45720" bIns="45720" rtlCol="0" anchor="t">
            <a:normAutofit fontScale="92500" lnSpcReduction="10000"/>
          </a:bodyPr>
          <a:lstStyle/>
          <a:p>
            <a:pPr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The data flow consists of acyclic graph of relational operators such as aggregators, Joins and filters</a:t>
            </a:r>
            <a:endParaRPr lang="en-US" dirty="0"/>
          </a:p>
          <a:p>
            <a:pPr marL="264795" lvl="1">
              <a:buFont typeface="Wingdings" panose="020B0602020104020603" pitchFamily="34" charset="0"/>
              <a:buChar char="q"/>
            </a:pPr>
            <a:r>
              <a:rPr lang="en-US" dirty="0"/>
              <a:t>Base tables are the roots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When a write arrives,</a:t>
            </a:r>
          </a:p>
          <a:p>
            <a:pPr marL="264795" lvl="1">
              <a:buFont typeface="Wingdings" panose="020B0602020104020603" pitchFamily="34" charset="0"/>
              <a:buChar char="q"/>
            </a:pPr>
            <a:r>
              <a:rPr lang="en-US" dirty="0"/>
              <a:t>It stores the data in a persistent base table</a:t>
            </a:r>
          </a:p>
          <a:p>
            <a:pPr marL="264795" lvl="1">
              <a:buFont typeface="Wingdings" panose="020B0602020104020603" pitchFamily="34" charset="0"/>
              <a:buChar char="q"/>
            </a:pPr>
            <a:r>
              <a:rPr lang="en-US" dirty="0"/>
              <a:t>After it injects into the data flow as an update 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It takes time to propagate through the data flow and reach the view making Noria Eventually consistent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To achieve maximum parallel processing Noria avoids global process tracking or coordination</a:t>
            </a:r>
          </a:p>
        </p:txBody>
      </p:sp>
      <p:pic>
        <p:nvPicPr>
          <p:cNvPr id="5" name="Graphic 5" descr="Workflow">
            <a:extLst>
              <a:ext uri="{FF2B5EF4-FFF2-40B4-BE49-F238E27FC236}">
                <a16:creationId xmlns:a16="http://schemas.microsoft.com/office/drawing/2014/main" id="{0A8D3C4E-D00F-45B8-B975-81860CFC9F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2620" y="829837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363699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44926-6CBB-4012-A3F0-DE5069DF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Two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B14FA1-9B8A-4D36-8F53-4920AF2348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36085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1442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3FA1-6B91-4A9A-9A28-38CE4603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Partially stateful dataflow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EEFF4-A593-4712-A759-71FF293D42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Eviction notices are flown forward along the data flow 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These indicate some states are not going to be updated any more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What if in the future, an evicted state needs to be read?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Noria also maintains a full state for special cases</a:t>
            </a:r>
          </a:p>
        </p:txBody>
      </p:sp>
      <p:pic>
        <p:nvPicPr>
          <p:cNvPr id="5" name="Graphic 5" descr="Stopwatch">
            <a:extLst>
              <a:ext uri="{FF2B5EF4-FFF2-40B4-BE49-F238E27FC236}">
                <a16:creationId xmlns:a16="http://schemas.microsoft.com/office/drawing/2014/main" id="{2FB34315-AF41-4D98-ADB9-EF82741DDF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229" y="746203"/>
            <a:ext cx="914400" cy="914400"/>
          </a:xfrm>
        </p:spPr>
      </p:pic>
      <p:pic>
        <p:nvPicPr>
          <p:cNvPr id="7" name="Picture 7" descr="A close up of text on a white background&#10;&#10;Description generated with very high confidence">
            <a:extLst>
              <a:ext uri="{FF2B5EF4-FFF2-40B4-BE49-F238E27FC236}">
                <a16:creationId xmlns:a16="http://schemas.microsoft.com/office/drawing/2014/main" id="{DB8A8BF1-1930-404A-B83F-3530DD31B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741" y="2025931"/>
            <a:ext cx="6432395" cy="31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8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E6E2B-9F2A-47E0-86E3-31C25B8C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Dynamic dataflow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87B41-E221-4884-917D-1E1E57BCBD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45720" tIns="45720" rIns="45720" bIns="45720" rtlCol="0">
            <a:normAutofit/>
          </a:bodyPr>
          <a:lstStyle/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Noria first plans out the transition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It evaluates what operators to remove and the ones to be added along the data flow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Incrementally updates the dataflow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Once both steps are executed the application can use new tables and queries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It bootstraps partial and full state operators differently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/>
              <a:t>Base table changes</a:t>
            </a:r>
          </a:p>
        </p:txBody>
      </p:sp>
      <p:pic>
        <p:nvPicPr>
          <p:cNvPr id="5" name="Graphic 5" descr="Head with gears">
            <a:extLst>
              <a:ext uri="{FF2B5EF4-FFF2-40B4-BE49-F238E27FC236}">
                <a16:creationId xmlns:a16="http://schemas.microsoft.com/office/drawing/2014/main" id="{6D5D251C-7802-4419-855F-8FD547366D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6451" y="838625"/>
            <a:ext cx="914400" cy="914400"/>
          </a:xfrm>
          <a:prstGeom prst="rect">
            <a:avLst/>
          </a:prstGeom>
        </p:spPr>
      </p:pic>
      <p:pic>
        <p:nvPicPr>
          <p:cNvPr id="9" name="Picture 10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A1C522E-0531-4640-BE9E-4807B0594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815" y="2482597"/>
            <a:ext cx="4936273" cy="297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4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AF997-B6ED-4B21-B771-519CE842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sz="4600">
                <a:solidFill>
                  <a:srgbClr val="FFFFFF"/>
                </a:solidFill>
              </a:rPr>
              <a:t>implementation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B1DDC8B6-CBD0-4451-BF2F-74D2BE3C3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501912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7" name="Graphic 17" descr="Lightbulb and gear">
            <a:extLst>
              <a:ext uri="{FF2B5EF4-FFF2-40B4-BE49-F238E27FC236}">
                <a16:creationId xmlns:a16="http://schemas.microsoft.com/office/drawing/2014/main" id="{DCB831ED-2F5A-4A30-8643-9A9CCE4522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65970" y="1345580"/>
            <a:ext cx="914400" cy="914400"/>
          </a:xfrm>
          <a:prstGeom prst="rect">
            <a:avLst/>
          </a:prstGeom>
        </p:spPr>
      </p:pic>
      <p:pic>
        <p:nvPicPr>
          <p:cNvPr id="19" name="Graphic 19" descr="Lightbulb and pencil">
            <a:extLst>
              <a:ext uri="{FF2B5EF4-FFF2-40B4-BE49-F238E27FC236}">
                <a16:creationId xmlns:a16="http://schemas.microsoft.com/office/drawing/2014/main" id="{B5C565F6-B8FB-4A5C-9729-C2DB11C446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34504" y="42112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01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E498C-05F1-469A-A944-0E5E4927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Distributed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D83C3-BD25-400C-ACE5-ED674D572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18" y="640080"/>
            <a:ext cx="7172138" cy="3745107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buFont typeface="Wingdings" panose="020B0602020104020603" pitchFamily="34" charset="0"/>
              <a:buChar char="q"/>
            </a:pPr>
            <a:r>
              <a:rPr lang="en-US" sz="2000"/>
              <a:t>A Noria controller manages distributed Noria instances to inform them of data flow changes and of shard assignments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sz="2000"/>
              <a:t>Noria selects a controller and persists it states using zookeeper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sz="2000"/>
              <a:t>Zookeeper is used by clients to discover the controller and obtain reads and send writes to instances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sz="2000"/>
              <a:t>If the controller fails it elects a new one and uses </a:t>
            </a:r>
            <a:r>
              <a:rPr lang="en-US" sz="2000" err="1"/>
              <a:t>RocksDB</a:t>
            </a:r>
            <a:r>
              <a:rPr lang="en-US" sz="2000"/>
              <a:t> to create fully stateful operators and views 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sz="2000"/>
              <a:t>If individual instance fails it only rebuilds operators which were affected.</a:t>
            </a:r>
          </a:p>
          <a:p>
            <a:pPr>
              <a:buFont typeface="Wingdings" panose="020B0602020104020603" pitchFamily="34" charset="0"/>
              <a:buChar char="q"/>
            </a:pPr>
            <a:endParaRPr lang="en-US" sz="2000"/>
          </a:p>
        </p:txBody>
      </p:sp>
      <p:pic>
        <p:nvPicPr>
          <p:cNvPr id="4" name="Graphic 4" descr="Decision chart">
            <a:extLst>
              <a:ext uri="{FF2B5EF4-FFF2-40B4-BE49-F238E27FC236}">
                <a16:creationId xmlns:a16="http://schemas.microsoft.com/office/drawing/2014/main" id="{A6600653-5C1C-4D07-8929-BAE02690E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904" y="4553084"/>
            <a:ext cx="1685977" cy="168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39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83F9AA6-0DA9-4F38-AA8A-C355838EB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5497B-7857-4532-A047-3B8259B32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933" y="4794979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Parallel processing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45FA27-EB18-4E04-8C96-68F7A0BC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62137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F771D80-3540-487A-8030-D34EAEFAD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690283"/>
              </p:ext>
            </p:extLst>
          </p:nvPr>
        </p:nvGraphicFramePr>
        <p:xfrm>
          <a:off x="1070401" y="406782"/>
          <a:ext cx="9720262" cy="3616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8619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85F7C-0E8F-4AED-9A47-0537B16D7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C8ACF0-8A3D-42BC-8329-C8CEF175E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1955426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Graphic 25" descr="Forbidden">
            <a:extLst>
              <a:ext uri="{FF2B5EF4-FFF2-40B4-BE49-F238E27FC236}">
                <a16:creationId xmlns:a16="http://schemas.microsoft.com/office/drawing/2014/main" id="{51CFAC7E-2A0E-47D1-AD75-49256CBC85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0629" y="39754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99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31D6-FE22-4205-B6B6-445A38F81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Comparisions with other DataBases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32450-8489-48AF-B516-E8D4C1887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Based on production </a:t>
            </a:r>
            <a:r>
              <a:rPr lang="en-US"/>
              <a:t>environment of lobsters hosted on AWS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431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map&#10;&#10;Description generated with very high confidence">
            <a:extLst>
              <a:ext uri="{FF2B5EF4-FFF2-40B4-BE49-F238E27FC236}">
                <a16:creationId xmlns:a16="http://schemas.microsoft.com/office/drawing/2014/main" id="{376BE46C-7EDF-4873-996E-A14F23D45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7" y="321734"/>
            <a:ext cx="5074534" cy="2905170"/>
          </a:xfrm>
          <a:prstGeom prst="rect">
            <a:avLst/>
          </a:prstGeom>
        </p:spPr>
      </p:pic>
      <p:pic>
        <p:nvPicPr>
          <p:cNvPr id="4" name="Picture 4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BAFD95D3-B00C-4845-91A4-51688C844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082043"/>
            <a:ext cx="5426764" cy="1858666"/>
          </a:xfrm>
          <a:prstGeom prst="rect">
            <a:avLst/>
          </a:prstGeom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A3011D73-4D13-4C6D-94D5-4E3E6DD12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1511595"/>
            <a:ext cx="5426764" cy="369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88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11">
            <a:extLst>
              <a:ext uri="{FF2B5EF4-FFF2-40B4-BE49-F238E27FC236}">
                <a16:creationId xmlns:a16="http://schemas.microsoft.com/office/drawing/2014/main" id="{9200C8B5-FB5A-4F8B-A9BD-693C05141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3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70D80-F960-48FE-85A9-A04C60D1DBF7}"/>
              </a:ext>
            </a:extLst>
          </p:cNvPr>
          <p:cNvSpPr txBox="1"/>
          <p:nvPr/>
        </p:nvSpPr>
        <p:spPr>
          <a:xfrm>
            <a:off x="1024128" y="4911819"/>
            <a:ext cx="9720072" cy="149961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cap="all" spc="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DC248-943D-4977-91EE-AE69BAED6843}"/>
              </a:ext>
            </a:extLst>
          </p:cNvPr>
          <p:cNvSpPr txBox="1"/>
          <p:nvPr/>
        </p:nvSpPr>
        <p:spPr>
          <a:xfrm>
            <a:off x="838276" y="643467"/>
            <a:ext cx="5447089" cy="3606798"/>
          </a:xfrm>
          <a:prstGeom prst="rect">
            <a:avLst/>
          </a:prstGeom>
        </p:spPr>
        <p:txBody>
          <a:bodyPr rot="0" spcFirstLastPara="0" vertOverflow="overflow" horzOverflow="overflow" vert="horz" lIns="45720" tIns="45720" rIns="4572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/>
              <a:t>References</a:t>
            </a:r>
            <a:r>
              <a:rPr lang="en-US" sz="1700"/>
              <a:t>: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/>
              <a:buChar char="q"/>
            </a:pPr>
            <a:r>
              <a:rPr lang="en-US" sz="1700" dirty="0">
                <a:hlinkClick r:id="rId2"/>
              </a:rPr>
              <a:t>https://pdos.csail.mit.edu/papers/noria:osdi18.pdf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/>
              <a:buChar char="q"/>
            </a:pPr>
            <a:r>
              <a:rPr lang="en-US" sz="1700" dirty="0">
                <a:hlinkClick r:id="rId3"/>
              </a:rPr>
              <a:t>https://notamonadtutorial.com/interview-with-norias-creator-a-promising-dataflow-database-implemented-in-rust-352e2c3d9d95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/>
              <a:buChar char="q"/>
            </a:pPr>
            <a:r>
              <a:rPr lang="en-US" sz="1700" dirty="0">
                <a:hlinkClick r:id="rId4"/>
              </a:rPr>
              <a:t>https://corecursive.com/030-rethinking-databases-with-jon-gjengset/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/>
              <a:buChar char="q"/>
            </a:pPr>
            <a:r>
              <a:rPr lang="en-US" sz="1700" dirty="0">
                <a:hlinkClick r:id="rId5"/>
              </a:rPr>
              <a:t>https://github.com/mit-pdos/noria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/>
              <a:buChar char="q"/>
            </a:pPr>
            <a:r>
              <a:rPr lang="en-US" sz="1700" dirty="0">
                <a:hlinkClick r:id="rId6"/>
              </a:rPr>
              <a:t>https://www.youtube.com/watch?v=s19G6n0UjsM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700"/>
          </a:p>
        </p:txBody>
      </p:sp>
      <p:pic>
        <p:nvPicPr>
          <p:cNvPr id="2" name="Picture 2" descr="A picture containing sitting, display, bus&#10;&#10;Description generated with very high confidence">
            <a:extLst>
              <a:ext uri="{FF2B5EF4-FFF2-40B4-BE49-F238E27FC236}">
                <a16:creationId xmlns:a16="http://schemas.microsoft.com/office/drawing/2014/main" id="{0E480FF6-D75A-4777-9131-A9736560D1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7880" y="643467"/>
            <a:ext cx="3606798" cy="360679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657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754d229f0057affa62b555f2ac55d4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c067517bd06b16cb9c9e315ad40fb255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B44E49-C0E3-42CF-8025-6AA2314C5C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444707-9632-47A0-9AF9-0B6588002B7B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www.w3.org/XML/1998/namespace"/>
    <ds:schemaRef ds:uri="http://purl.org/dc/dcmitype/"/>
    <ds:schemaRef ds:uri="71af3243-3dd4-4a8d-8c0d-dd76da1f02a5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E75DAC27-C918-4076-A47A-20F1BB7E8D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Microsoft Office PowerPoint</Application>
  <PresentationFormat>Widescreen</PresentationFormat>
  <Paragraphs>97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Tw Cen MT</vt:lpstr>
      <vt:lpstr>Tw Cen MT Condensed</vt:lpstr>
      <vt:lpstr>Wingdings</vt:lpstr>
      <vt:lpstr>Wingdings 3</vt:lpstr>
      <vt:lpstr>Integral</vt:lpstr>
      <vt:lpstr>NOria: Dynamic, partially-stateful data flow for high-performance web applications</vt:lpstr>
      <vt:lpstr>Content</vt:lpstr>
      <vt:lpstr>Introduction</vt:lpstr>
      <vt:lpstr>Web applications</vt:lpstr>
      <vt:lpstr>Noria: Data flow engine</vt:lpstr>
      <vt:lpstr>Design</vt:lpstr>
      <vt:lpstr>Design </vt:lpstr>
      <vt:lpstr>Basic web application with caching solution</vt:lpstr>
      <vt:lpstr>Data flow execution</vt:lpstr>
      <vt:lpstr>Two Challenges</vt:lpstr>
      <vt:lpstr>Partially stateful dataflow</vt:lpstr>
      <vt:lpstr>Dynamic dataflow</vt:lpstr>
      <vt:lpstr>implementation</vt:lpstr>
      <vt:lpstr>Distributed operation</vt:lpstr>
      <vt:lpstr>Parallel processing</vt:lpstr>
      <vt:lpstr>Limitations</vt:lpstr>
      <vt:lpstr>Comparisions with other DataBases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/>
  <cp:lastModifiedBy/>
  <cp:revision>832</cp:revision>
  <dcterms:created xsi:type="dcterms:W3CDTF">2020-03-06T01:58:35Z</dcterms:created>
  <dcterms:modified xsi:type="dcterms:W3CDTF">2020-03-14T01:57:20Z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