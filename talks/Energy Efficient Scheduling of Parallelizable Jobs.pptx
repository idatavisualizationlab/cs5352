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7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80f1420753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80f142075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80f1420753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80f1420753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80f1420753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80f1420753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80f1420753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80f1420753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80f1420753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80f1420753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80f1420753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80f1420753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80f1420753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80f1420753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81717ef6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81717ef6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80f1420753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80f1420753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81717ef68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81717ef68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80f1420753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80f142075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80f142075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80f142075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1717ef68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1717ef68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www.andrew.cmu.edu/user/moseleyb/papers/energyParallel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Energy Efficient Scheduling of Parallelizable Jobs 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44"/>
            <a:ext cx="4242600" cy="11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Kyle Fox, Sungjin Im, Benjamin Moseley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Presented By: Justin Rodriguez 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Competing Objectives 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Job Scheduling</a:t>
            </a:r>
            <a:r>
              <a:rPr b="1" lang="en"/>
              <a:t>: </a:t>
            </a:r>
            <a:r>
              <a:rPr lang="en"/>
              <a:t>Scheduler must decide which resources (e.g., machines or processors) get allocated to what jobs over time </a:t>
            </a:r>
            <a:endParaRPr b="1" u="sng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u="sng"/>
              <a:t>Objective 1</a:t>
            </a:r>
            <a:r>
              <a:rPr b="1" lang="en"/>
              <a:t>: </a:t>
            </a:r>
            <a:r>
              <a:rPr lang="en"/>
              <a:t>Minimize energy consumption by the system when scheduling jobs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u="sng"/>
              <a:t>Objective 2</a:t>
            </a:r>
            <a:r>
              <a:rPr b="1" lang="en"/>
              <a:t>: </a:t>
            </a:r>
            <a:r>
              <a:rPr lang="en"/>
              <a:t>Maximize quality of service with respect to the jobs being scheduled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Using less energy =&gt; fewer resources for jobs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u="sng"/>
              <a:t>How do we find an </a:t>
            </a:r>
            <a:r>
              <a:rPr b="1" lang="en" u="sng"/>
              <a:t>appropriate</a:t>
            </a:r>
            <a:r>
              <a:rPr b="1" lang="en" u="sng"/>
              <a:t> balance? </a:t>
            </a:r>
            <a:endParaRPr b="1" u="sn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Old </a:t>
            </a:r>
            <a:r>
              <a:rPr lang="en"/>
              <a:t>and</a:t>
            </a:r>
            <a:r>
              <a:rPr lang="en"/>
              <a:t> New Solutions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Terminology to Know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Online </a:t>
            </a:r>
            <a:r>
              <a:rPr b="1" lang="en" u="sng"/>
              <a:t>Setting</a:t>
            </a:r>
            <a:r>
              <a:rPr b="1" lang="en"/>
              <a:t>:</a:t>
            </a:r>
            <a:r>
              <a:rPr lang="en"/>
              <a:t> Scheduler becomes aware of a job only after it arrives into the system, meaning it makes decisions over time without knowing future jobs.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u="sng"/>
              <a:t>Non-Clairvoyant</a:t>
            </a:r>
            <a:r>
              <a:rPr b="1" lang="en"/>
              <a:t>: </a:t>
            </a:r>
            <a:r>
              <a:rPr lang="en"/>
              <a:t>Scheduler is unaware of the processing times for jobs.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200"/>
              <a:t> </a:t>
            </a:r>
            <a:endParaRPr sz="1200"/>
          </a:p>
        </p:txBody>
      </p:sp>
      <p:sp>
        <p:nvSpPr>
          <p:cNvPr id="88" name="Google Shape;88;p17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Speed Scaling</a:t>
            </a:r>
            <a:r>
              <a:rPr b="1" lang="en"/>
              <a:t>: </a:t>
            </a:r>
            <a:r>
              <a:rPr lang="en"/>
              <a:t>Processors available to scheduler are able to dynamically change their speed over time.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u="sng"/>
              <a:t>Flow Time</a:t>
            </a:r>
            <a:r>
              <a:rPr b="1" lang="en"/>
              <a:t>: </a:t>
            </a:r>
            <a:r>
              <a:rPr lang="en"/>
              <a:t>Amount of time that passes between a job’s start </a:t>
            </a:r>
            <a:r>
              <a:rPr lang="en"/>
              <a:t>and</a:t>
            </a:r>
            <a:r>
              <a:rPr lang="en"/>
              <a:t> completion time.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Speed Scaling Setting 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4704550" y="500925"/>
            <a:ext cx="4166400" cy="45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Dominant energy aware scheduling model used in previous literature.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u="sng"/>
              <a:t>Goal</a:t>
            </a:r>
            <a:r>
              <a:rPr b="1" lang="en"/>
              <a:t>: </a:t>
            </a:r>
            <a:r>
              <a:rPr lang="en"/>
              <a:t>Minimize total flow time plus the energy consumed by the system.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Worth spending one unit of energy to save X units of flow time (minimize flow time leads to increase in average quality of service for jobs)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Introduction of a convex function P where P(s) is power consumed while running processor at speed 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u="sng"/>
              <a:t>Two Policies</a:t>
            </a:r>
            <a:r>
              <a:rPr b="1" lang="en"/>
              <a:t>:</a:t>
            </a:r>
            <a:endParaRPr/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 sz="1200"/>
              <a:t>Job Selection: </a:t>
            </a:r>
            <a:r>
              <a:rPr lang="en" sz="1200"/>
              <a:t>Decide what job should be scheduled at each step in time.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 sz="1200"/>
              <a:t>Energy Policy: </a:t>
            </a:r>
            <a:r>
              <a:rPr lang="en" sz="1200"/>
              <a:t>Decide how fast to run processor(s) at each step in time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Scheduling On A Single Machine 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a known algorithm which performs well on a single machine </a:t>
            </a:r>
            <a:r>
              <a:rPr lang="en"/>
              <a:t>and pair with natural speed scaling policy.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Will run at speed s such that P(s) is proportional to number of unsatisfied jobs.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A balance is achieved between energy and flow time objectives as they will increase at roughly the same rate </a:t>
            </a:r>
            <a:endParaRPr/>
          </a:p>
        </p:txBody>
      </p:sp>
      <p:pic>
        <p:nvPicPr>
          <p:cNvPr descr="3 General Job sequence in Single Machine Scheduling "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2725" y="3113300"/>
            <a:ext cx="3110301" cy="167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208300" y="500925"/>
            <a:ext cx="39981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Scheduling on Multiple </a:t>
            </a:r>
            <a:r>
              <a:rPr lang="en"/>
              <a:t>Machines</a:t>
            </a:r>
            <a:r>
              <a:rPr lang="en"/>
              <a:t>/Processors 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4702375" y="522450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models to Consider: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  Each job is assigned at most one machine at each step in time.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Naturally captures settings such as those of server farms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With fixed speeds </a:t>
            </a:r>
            <a:r>
              <a:rPr lang="en"/>
              <a:t>an</a:t>
            </a:r>
            <a:r>
              <a:rPr lang="en"/>
              <a:t> energy is not an objective no </a:t>
            </a:r>
            <a:r>
              <a:rPr lang="en"/>
              <a:t>algorithm</a:t>
            </a:r>
            <a:r>
              <a:rPr lang="en"/>
              <a:t> can be O(1)-</a:t>
            </a:r>
            <a:r>
              <a:rPr lang="en"/>
              <a:t>competitive</a:t>
            </a:r>
            <a:r>
              <a:rPr lang="en"/>
              <a:t> for total flow time. Carries over to speed scaling w/ power function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Turn to resource augmentation analysis: algorithm given extra resources </a:t>
            </a:r>
            <a:r>
              <a:rPr lang="en"/>
              <a:t>and competitive ratio is bounded.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An algorithm is b-speed c-competitive if algorithm with b-speed achieves objective value at most c times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In speed scaling setting, when processor runs at power P(s) can process jobs at b*s speed.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Goal is to find O(1)-competitive algorithm while using min amount of extra resources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208300" y="500925"/>
            <a:ext cx="39981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Scheduling on Multiple Machines/Processors 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4702375" y="522450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models to Consider: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  Each job is assigned at most one machine at each step in time.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Parallel scheduling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Jobs scheduled on multiple processors at each moment in time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Challenge occurs when there are different degrees of parallelizability 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AutoNum type="romanLcPeriod"/>
            </a:pPr>
            <a:r>
              <a:rPr lang="en"/>
              <a:t>Jobs have set of phases that are processed sequentially.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AutoNum type="romanLcPeriod"/>
            </a:pPr>
            <a:r>
              <a:rPr lang="en"/>
              <a:t>Speed up will change depending on phase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AutoNum type="romanLcPeriod"/>
            </a:pPr>
            <a:r>
              <a:rPr lang="en"/>
              <a:t>Require more computation or I/O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Model </a:t>
            </a:r>
            <a:r>
              <a:rPr lang="en"/>
              <a:t>referred</a:t>
            </a:r>
            <a:r>
              <a:rPr lang="en"/>
              <a:t> to as arbitrary speed-up curves model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Approach 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Main Idea:</a:t>
            </a:r>
            <a:r>
              <a:rPr lang="en" sz="1100"/>
              <a:t>”Non-</a:t>
            </a:r>
            <a:r>
              <a:rPr lang="en" sz="1100"/>
              <a:t>clairvoyant</a:t>
            </a:r>
            <a:r>
              <a:rPr lang="en" sz="1100"/>
              <a:t> arbitrary speed-up curves model where processors can be dynamically speed scaled”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u="sng"/>
              <a:t>Difference(s) From Previous </a:t>
            </a:r>
            <a:r>
              <a:rPr b="1" lang="en" u="sng"/>
              <a:t>Literature</a:t>
            </a:r>
            <a:r>
              <a:rPr b="1" lang="en" u="sng"/>
              <a:t>:</a:t>
            </a:r>
            <a:r>
              <a:rPr lang="en"/>
              <a:t> </a:t>
            </a:r>
            <a:r>
              <a:rPr lang="en" sz="1100"/>
              <a:t>Assume each algorithm knows how parallel each phase of job is. New functions for different phases of jobs.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b="1" lang="en" u="sng"/>
              <a:t>Arbitrary Speed-Up Curves:</a:t>
            </a:r>
            <a:r>
              <a:rPr lang="en"/>
              <a:t> </a:t>
            </a:r>
            <a:endParaRPr/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 uniform parallel machines/processors with jobs i that consist of multiple phases that require p amount of work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All machines are assumed to be </a:t>
            </a:r>
            <a:r>
              <a:rPr lang="en" sz="1100"/>
              <a:t>uniform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Phases of jobs must be completed sequentially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At each point in time there is a feasible schedule in the model which allocates resources to unsatisfied jobs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Online scheduler has access to model </a:t>
            </a:r>
            <a:r>
              <a:rPr lang="en" sz="1100"/>
              <a:t>and</a:t>
            </a:r>
            <a:r>
              <a:rPr lang="en" sz="1100"/>
              <a:t> job’s weight 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Does not know size or remaining phases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Approach 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Extension To </a:t>
            </a:r>
            <a:r>
              <a:rPr b="1" lang="en" u="sng"/>
              <a:t>Dynamic</a:t>
            </a:r>
            <a:r>
              <a:rPr b="1" lang="en" u="sng"/>
              <a:t> Speed Scaling</a:t>
            </a:r>
            <a:r>
              <a:rPr b="1" lang="en" u="sng"/>
              <a:t>:</a:t>
            </a:r>
            <a:endParaRPr b="1" u="sng"/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Each machine can be run faster/slower by changing power it consumes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Assume all machines processing same job consumes same amount of power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Keep objective of minimizing total weighted flow time plue total energy consumed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Do so by optimizing scaling speed at each phase of a given job for each machine 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505700"/>
            <a:ext cx="85206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Paper deals in the </a:t>
            </a:r>
            <a:r>
              <a:rPr lang="en"/>
              <a:t>theoretical</a:t>
            </a:r>
            <a:r>
              <a:rPr lang="en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Function/Algorithm has not been implemented to a real world problem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Results section was used to prove their functions were </a:t>
            </a:r>
            <a:r>
              <a:rPr lang="en"/>
              <a:t>mathematically</a:t>
            </a:r>
            <a:r>
              <a:rPr lang="en"/>
              <a:t> sound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Complex</a:t>
            </a:r>
            <a:r>
              <a:rPr lang="en"/>
              <a:t> math with no easy way to apply them to real world situations/examples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 </a:t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11700" y="1505700"/>
            <a:ext cx="85206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http://www.andrew.cmu.edu/user/moseleyb/papers/energyParallel.pdf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